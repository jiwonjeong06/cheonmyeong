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맵은 늘 밤인 폐장터입니다. 직접 만든 타일 21종으로 40×40칸 맵을 구성했습니다. 가운데 박석 광장은 억쇠가 나타나는 보스전 공간이고, 네 귀퉁이의 장터는 싸리 울타리와 멍석으로 꾸몄습니다. 디딤돌 십자길이 광장과 장터를 잇고, 테두리는 흙돌담과 대숲으로 막혀 있습니다. 두 플레이어는 남쪽 입구에서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0E1A33"/>
                </a:solidFill>
                <a:latin typeface="맑은 고딕"/>
                <a:ea typeface="맑은 고딕"/>
              </a:rPr>
              <a:t>맵: 달밤의 폐장터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C869B"/>
                </a:solidFill>
                <a:latin typeface="맑은 고딕"/>
                <a:ea typeface="맑은 고딕"/>
              </a:rPr>
              <a:t>제작한 타일 21종으로 구성한 40×40 타일맵 (1타일 128px)</a:t>
            </a:r>
          </a:p>
        </p:txBody>
      </p:sp>
      <p:pic>
        <p:nvPicPr>
          <p:cNvPr id="4" name="Picture 3" descr="map_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12064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116836" y="3822191"/>
            <a:ext cx="1984248" cy="310896"/>
          </a:xfrm>
          <a:prstGeom prst="roundRect">
            <a:avLst>
              <a:gd name="adj" fmla="val 5000"/>
            </a:avLst>
          </a:prstGeom>
          <a:solidFill>
            <a:srgbClr val="B326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6836" y="3822191"/>
            <a:ext cx="19842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당산나무 · 억쇠 등장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2436" y="1953158"/>
            <a:ext cx="125272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2436" y="1953158"/>
            <a:ext cx="12527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장터 (멍석)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2755" y="1953158"/>
            <a:ext cx="125272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2755" y="1953158"/>
            <a:ext cx="12527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장터 (멍석)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3139" y="6152083"/>
            <a:ext cx="1691640" cy="310896"/>
          </a:xfrm>
          <a:prstGeom prst="roundRect">
            <a:avLst>
              <a:gd name="adj" fmla="val 5000"/>
            </a:avLst>
          </a:prstGeom>
          <a:solidFill>
            <a:srgbClr val="B326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3139" y="6152083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남쪽 입구 ·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" y="1492300"/>
            <a:ext cx="521208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" y="1492300"/>
            <a:ext cx="521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대숲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9444" y="1415491"/>
            <a:ext cx="1399032" cy="310896"/>
          </a:xfrm>
          <a:prstGeom prst="roundRect">
            <a:avLst>
              <a:gd name="adj" fmla="val 5000"/>
            </a:avLst>
          </a:prstGeom>
          <a:solidFill>
            <a:srgbClr val="0E1A3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9444" y="1415491"/>
            <a:ext cx="13990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흙돌담 + 기와</a:t>
            </a:r>
          </a:p>
        </p:txBody>
      </p:sp>
      <p:pic>
        <p:nvPicPr>
          <p:cNvPr id="17" name="Picture 16" descr="clo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17320"/>
            <a:ext cx="2514600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0" y="400507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C869B"/>
                </a:solidFill>
                <a:latin typeface="맑은 고딕"/>
                <a:ea typeface="맑은 고딕"/>
              </a:rPr>
              <a:t>확대: 장터 구역 (12×12타일)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34340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3251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중앙 광장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5628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030"/>
                </a:solidFill>
                <a:latin typeface="맑은 고딕"/>
                <a:ea typeface="맑은 고딕"/>
              </a:rPr>
              <a:t>장애물 없는 보스전 공간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89204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8737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장터 4구역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1114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030"/>
                </a:solidFill>
                <a:latin typeface="맑은 고딕"/>
                <a:ea typeface="맑은 고딕"/>
              </a:rPr>
              <a:t>싸리 울타리 + 멍석, 입구는 길 쪽으로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44068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422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디딤돌 십자길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6601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030"/>
                </a:solidFill>
                <a:latin typeface="맑은 고딕"/>
                <a:ea typeface="맑은 고딕"/>
              </a:rPr>
              <a:t>광장과 네 구역을 잇는 큰 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989320"/>
            <a:ext cx="109728" cy="3840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971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A33"/>
                </a:solidFill>
                <a:latin typeface="맑은 고딕"/>
                <a:ea typeface="맑은 고딕"/>
              </a:rPr>
              <a:t>테두리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62087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B2030"/>
                </a:solidFill>
                <a:latin typeface="맑은 고딕"/>
                <a:ea typeface="맑은 고딕"/>
              </a:rPr>
              <a:t>흙돌담과 대숲, 넘어갈 수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1325880"/>
            <a:ext cx="3246120" cy="5212080"/>
          </a:xfrm>
          <a:prstGeom prst="roundRect">
            <a:avLst>
              <a:gd name="adj" fmla="val 5000"/>
            </a:avLst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1417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1A33"/>
                </a:solidFill>
                <a:latin typeface="맑은 고딕"/>
                <a:ea typeface="맑은 고딕"/>
              </a:rPr>
              <a:t>사용한 타일</a:t>
            </a:r>
          </a:p>
        </p:txBody>
      </p:sp>
      <p:pic>
        <p:nvPicPr>
          <p:cNvPr id="33" name="Picture 32" descr="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874519"/>
            <a:ext cx="512064" cy="512064"/>
          </a:xfrm>
          <a:prstGeom prst="rect">
            <a:avLst/>
          </a:prstGeom>
        </p:spPr>
      </p:pic>
      <p:pic>
        <p:nvPicPr>
          <p:cNvPr id="34" name="Picture 33" descr="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2328" y="1874519"/>
            <a:ext cx="512064" cy="512064"/>
          </a:xfrm>
          <a:prstGeom prst="rect">
            <a:avLst/>
          </a:prstGeom>
        </p:spPr>
      </p:pic>
      <p:pic>
        <p:nvPicPr>
          <p:cNvPr id="35" name="Picture 34" descr="t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9256" y="1874519"/>
            <a:ext cx="512064" cy="5120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698480" y="1874519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황토 마당</a:t>
            </a:r>
          </a:p>
        </p:txBody>
      </p:sp>
      <p:pic>
        <p:nvPicPr>
          <p:cNvPr id="37" name="Picture 36" descr="t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532887"/>
            <a:ext cx="512064" cy="512064"/>
          </a:xfrm>
          <a:prstGeom prst="rect">
            <a:avLst/>
          </a:prstGeom>
        </p:spPr>
      </p:pic>
      <p:pic>
        <p:nvPicPr>
          <p:cNvPr id="38" name="Picture 37" descr="t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2328" y="2532887"/>
            <a:ext cx="512064" cy="512064"/>
          </a:xfrm>
          <a:prstGeom prst="rect">
            <a:avLst/>
          </a:prstGeom>
        </p:spPr>
      </p:pic>
      <p:pic>
        <p:nvPicPr>
          <p:cNvPr id="39" name="Picture 38" descr="t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9256" y="2532887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98480" y="2532887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박석 광장</a:t>
            </a:r>
          </a:p>
        </p:txBody>
      </p:sp>
      <p:pic>
        <p:nvPicPr>
          <p:cNvPr id="41" name="Picture 40" descr="t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3191256"/>
            <a:ext cx="512064" cy="512064"/>
          </a:xfrm>
          <a:prstGeom prst="rect">
            <a:avLst/>
          </a:prstGeom>
        </p:spPr>
      </p:pic>
      <p:pic>
        <p:nvPicPr>
          <p:cNvPr id="42" name="Picture 41" descr="t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2328" y="3191256"/>
            <a:ext cx="512064" cy="512064"/>
          </a:xfrm>
          <a:prstGeom prst="rect">
            <a:avLst/>
          </a:prstGeom>
        </p:spPr>
      </p:pic>
      <p:pic>
        <p:nvPicPr>
          <p:cNvPr id="43" name="Picture 42" descr="t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9256" y="3191256"/>
            <a:ext cx="512064" cy="5120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98480" y="3191256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멍석</a:t>
            </a:r>
          </a:p>
        </p:txBody>
      </p:sp>
      <p:pic>
        <p:nvPicPr>
          <p:cNvPr id="45" name="Picture 44" descr="t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3849624"/>
            <a:ext cx="512064" cy="512064"/>
          </a:xfrm>
          <a:prstGeom prst="rect">
            <a:avLst/>
          </a:prstGeom>
        </p:spPr>
      </p:pic>
      <p:pic>
        <p:nvPicPr>
          <p:cNvPr id="46" name="Picture 45" descr="t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2328" y="3849624"/>
            <a:ext cx="512064" cy="512064"/>
          </a:xfrm>
          <a:prstGeom prst="rect">
            <a:avLst/>
          </a:prstGeom>
        </p:spPr>
      </p:pic>
      <p:pic>
        <p:nvPicPr>
          <p:cNvPr id="47" name="Picture 46" descr="t1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9256" y="3849624"/>
            <a:ext cx="512064" cy="5120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698480" y="3849624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디딤돌 길</a:t>
            </a:r>
          </a:p>
        </p:txBody>
      </p:sp>
      <p:pic>
        <p:nvPicPr>
          <p:cNvPr id="49" name="Picture 48" descr="t1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4507992"/>
            <a:ext cx="512064" cy="512064"/>
          </a:xfrm>
          <a:prstGeom prst="rect">
            <a:avLst/>
          </a:prstGeom>
        </p:spPr>
      </p:pic>
      <p:pic>
        <p:nvPicPr>
          <p:cNvPr id="50" name="Picture 49" descr="t1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2328" y="4507992"/>
            <a:ext cx="512064" cy="512064"/>
          </a:xfrm>
          <a:prstGeom prst="rect">
            <a:avLst/>
          </a:prstGeom>
        </p:spPr>
      </p:pic>
      <p:pic>
        <p:nvPicPr>
          <p:cNvPr id="51" name="Picture 50" descr="t1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9256" y="4507992"/>
            <a:ext cx="512064" cy="5120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698480" y="4507992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흙돌담 + 기와</a:t>
            </a:r>
          </a:p>
        </p:txBody>
      </p:sp>
      <p:pic>
        <p:nvPicPr>
          <p:cNvPr id="53" name="Picture 52" descr="t1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15400" y="5166359"/>
            <a:ext cx="512064" cy="512064"/>
          </a:xfrm>
          <a:prstGeom prst="rect">
            <a:avLst/>
          </a:prstGeom>
        </p:spPr>
      </p:pic>
      <p:pic>
        <p:nvPicPr>
          <p:cNvPr id="54" name="Picture 53" descr="t1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2328" y="5166359"/>
            <a:ext cx="512064" cy="512064"/>
          </a:xfrm>
          <a:prstGeom prst="rect">
            <a:avLst/>
          </a:prstGeom>
        </p:spPr>
      </p:pic>
      <p:pic>
        <p:nvPicPr>
          <p:cNvPr id="55" name="Picture 54" descr="t17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9256" y="5166359"/>
            <a:ext cx="512064" cy="51206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698480" y="5166359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대숲</a:t>
            </a:r>
          </a:p>
        </p:txBody>
      </p:sp>
      <p:pic>
        <p:nvPicPr>
          <p:cNvPr id="57" name="Picture 56" descr="t1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15400" y="5824728"/>
            <a:ext cx="512064" cy="512064"/>
          </a:xfrm>
          <a:prstGeom prst="rect">
            <a:avLst/>
          </a:prstGeom>
        </p:spPr>
      </p:pic>
      <p:pic>
        <p:nvPicPr>
          <p:cNvPr id="58" name="Picture 57" descr="t19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82328" y="5824728"/>
            <a:ext cx="512064" cy="512064"/>
          </a:xfrm>
          <a:prstGeom prst="rect">
            <a:avLst/>
          </a:prstGeom>
        </p:spPr>
      </p:pic>
      <p:pic>
        <p:nvPicPr>
          <p:cNvPr id="59" name="Picture 58" descr="t2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49256" y="5824728"/>
            <a:ext cx="512064" cy="51206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698480" y="5824728"/>
            <a:ext cx="13716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B2030"/>
                </a:solidFill>
                <a:latin typeface="맑은 고딕"/>
                <a:ea typeface="맑은 고딕"/>
              </a:rPr>
              <a:t>싸리 울타리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
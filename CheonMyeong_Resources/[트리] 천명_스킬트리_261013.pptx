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 비용(초안): 뿌리 100 / 1단 200 / 2단 300 / 관문 500 / 2차 갈림 700 / 각성 1,000. 재화 이름과 트리 초기화 가능 여부는 미정입니다.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 효과와 수치는 초안입니다. 노드 비용은 규칙 장을 참고하세요.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 효과와 수치는 초안입니다. 노드 비용은 규칙 장을 참고하세요.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 효과와 수치는 초안입니다. 노드 비용은 규칙 장을 참고하세요.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 효과와 수치는 초안입니다. 노드 비용은 규칙 장을 참고하세요.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 효과와 수치는 초안입니다. 노드 비용은 규칙 장을 참고하세요.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 효과와 수치는 초안입니다. 노드 비용은 규칙 장을 참고하세요.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 효과와 수치는 초안입니다. 노드 비용은 규칙 장을 참고하세요.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 효과와 수치는 초안입니다. 노드 비용은 규칙 장을 참고하세요.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v_k"/>
          <p:cNvSpPr txBox="1"/>
          <p:nvPr/>
        </p:nvSpPr>
        <p:spPr>
          <a:xfrm>
            <a:off x="73152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6"/>
                </a:solidFill>
              </a:rPr>
              <a:t>CHARACTER SKILL TREE  ·  캐릭터 스킬 트리</a:t>
            </a:r>
            <a:endParaRPr lang="en-US" sz="1400" dirty="0"/>
          </a:p>
        </p:txBody>
      </p:sp>
      <p:sp>
        <p:nvSpPr>
          <p:cNvPr id="3" name="cv_t"/>
          <p:cNvSpPr txBox="1"/>
          <p:nvPr/>
        </p:nvSpPr>
        <p:spPr>
          <a:xfrm>
            <a:off x="731520" y="12801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천명 스킬 트리</a:t>
            </a:r>
            <a:endParaRPr lang="en-US" sz="6000" dirty="0"/>
          </a:p>
        </p:txBody>
      </p:sp>
      <p:sp>
        <p:nvSpPr>
          <p:cNvPr id="4" name="cv_s"/>
          <p:cNvSpPr txBox="1"/>
          <p:nvPr/>
        </p:nvSpPr>
        <p:spPr>
          <a:xfrm>
            <a:off x="73152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판 밖에서 키우는 캐릭터별 영구 성장 (초안)</a:t>
            </a:r>
            <a:endParaRPr lang="en-US" sz="2000" dirty="0"/>
          </a:p>
        </p:txBody>
      </p:sp>
      <p:pic>
        <p:nvPicPr>
          <p:cNvPr id="5" name="cv_ChoiHwanjo" descr="/tmp/claude-0/-home-claude/d5f48452-305e-51fe-9a7c-9dfa0c30073e/scratchpad/deck/a/ChoiHwan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4663440"/>
            <a:ext cx="947057" cy="1325880"/>
          </a:xfrm>
          <a:prstGeom prst="rect">
            <a:avLst/>
          </a:prstGeom>
        </p:spPr>
      </p:pic>
      <p:pic>
        <p:nvPicPr>
          <p:cNvPr id="6" name="cv_LeeAra" descr="/tmp/claude-0/-home-claude/d5f48452-305e-51fe-9a7c-9dfa0c30073e/scratchpad/deck/a/LeeA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65" y="4663440"/>
            <a:ext cx="636422" cy="1325880"/>
          </a:xfrm>
          <a:prstGeom prst="rect">
            <a:avLst/>
          </a:prstGeom>
        </p:spPr>
      </p:pic>
      <p:pic>
        <p:nvPicPr>
          <p:cNvPr id="7" name="cv_ParkKyuhyuk" descr="/tmp/claude-0/-home-claude/d5f48452-305e-51fe-9a7c-9dfa0c30073e/scratchpad/deck/a/ParkKyuhyu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416" y="4663440"/>
            <a:ext cx="891956" cy="1325880"/>
          </a:xfrm>
          <a:prstGeom prst="rect">
            <a:avLst/>
          </a:prstGeom>
        </p:spPr>
      </p:pic>
      <p:pic>
        <p:nvPicPr>
          <p:cNvPr id="8" name="cv_HaYoung" descr="/tmp/claude-0/-home-claude/d5f48452-305e-51fe-9a7c-9dfa0c30073e/scratchpad/deck/a/HaYou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099" y="4663440"/>
            <a:ext cx="1068822" cy="1325880"/>
          </a:xfrm>
          <a:prstGeom prst="rect">
            <a:avLst/>
          </a:prstGeom>
        </p:spPr>
      </p:pic>
      <p:pic>
        <p:nvPicPr>
          <p:cNvPr id="9" name="cv_HanJuwon" descr="/tmp/claude-0/-home-claude/d5f48452-305e-51fe-9a7c-9dfa0c30073e/scratchpad/deck/a/HanJuw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3649" y="4663440"/>
            <a:ext cx="790662" cy="1325880"/>
          </a:xfrm>
          <a:prstGeom prst="rect">
            <a:avLst/>
          </a:prstGeom>
        </p:spPr>
      </p:pic>
      <p:pic>
        <p:nvPicPr>
          <p:cNvPr id="10" name="cv_ShinJihyun" descr="/tmp/claude-0/-home-claude/d5f48452-305e-51fe-9a7c-9dfa0c30073e/scratchpad/deck/a/ShinJihyu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4039" y="4663440"/>
            <a:ext cx="793354" cy="1325880"/>
          </a:xfrm>
          <a:prstGeom prst="rect">
            <a:avLst/>
          </a:prstGeom>
        </p:spPr>
      </p:pic>
      <p:pic>
        <p:nvPicPr>
          <p:cNvPr id="11" name="cv_LimHoon" descr="/tmp/claude-0/-home-claude/d5f48452-305e-51fe-9a7c-9dfa0c30073e/scratchpad/deck/a/LimHo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7122" y="4663440"/>
            <a:ext cx="771421" cy="1325880"/>
          </a:xfrm>
          <a:prstGeom prst="rect">
            <a:avLst/>
          </a:prstGeom>
        </p:spPr>
      </p:pic>
      <p:pic>
        <p:nvPicPr>
          <p:cNvPr id="12" name="cv_ShimYeore" descr="/tmp/claude-0/-home-claude/d5f48452-305e-51fe-9a7c-9dfa0c30073e/scratchpad/deck/a/ShimYeor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8271" y="4663440"/>
            <a:ext cx="1038189" cy="1325880"/>
          </a:xfrm>
          <a:prstGeom prst="rect">
            <a:avLst/>
          </a:prstGeom>
        </p:spPr>
      </p:pic>
      <p:sp>
        <p:nvSpPr>
          <p:cNvPr id="13" name="cv_team"/>
          <p:cNvSpPr txBox="1"/>
          <p:nvPr/>
        </p:nvSpPr>
        <p:spPr>
          <a:xfrm>
            <a:off x="731520" y="6172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TEAM  박진감 넘치는 예섭이의 지원요청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스킬 트리 규칙</a:t>
            </a:r>
            <a:endParaRPr lang="en-US" sz="3000" dirty="0"/>
          </a:p>
        </p:txBody>
      </p:sp>
      <p:sp>
        <p:nvSpPr>
          <p:cNvPr id="3" name="rd_l00"/>
          <p:cNvSpPr/>
          <p:nvPr/>
        </p:nvSpPr>
        <p:spPr>
          <a:xfrm flipH="1">
            <a:off x="1463040" y="1837944"/>
            <a:ext cx="2011680" cy="24688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4" name="rd_l10"/>
          <p:cNvSpPr/>
          <p:nvPr/>
        </p:nvSpPr>
        <p:spPr>
          <a:xfrm>
            <a:off x="1463040" y="2688336"/>
            <a:ext cx="0" cy="24688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5" name="rd_l20"/>
          <p:cNvSpPr/>
          <p:nvPr/>
        </p:nvSpPr>
        <p:spPr>
          <a:xfrm>
            <a:off x="1463040" y="3538728"/>
            <a:ext cx="2011680" cy="24688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6" name="rd_l01"/>
          <p:cNvSpPr/>
          <p:nvPr/>
        </p:nvSpPr>
        <p:spPr>
          <a:xfrm>
            <a:off x="3474720" y="1837944"/>
            <a:ext cx="0" cy="24688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7" name="rd_l11"/>
          <p:cNvSpPr/>
          <p:nvPr/>
        </p:nvSpPr>
        <p:spPr>
          <a:xfrm>
            <a:off x="3474720" y="2688336"/>
            <a:ext cx="0" cy="24688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8" name="rd_l21"/>
          <p:cNvSpPr/>
          <p:nvPr/>
        </p:nvSpPr>
        <p:spPr>
          <a:xfrm>
            <a:off x="3474720" y="3538728"/>
            <a:ext cx="0" cy="24688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9" name="rd_l02"/>
          <p:cNvSpPr/>
          <p:nvPr/>
        </p:nvSpPr>
        <p:spPr>
          <a:xfrm>
            <a:off x="3474720" y="1837944"/>
            <a:ext cx="2011680" cy="24688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10" name="rd_l12"/>
          <p:cNvSpPr/>
          <p:nvPr/>
        </p:nvSpPr>
        <p:spPr>
          <a:xfrm>
            <a:off x="5486400" y="2688336"/>
            <a:ext cx="0" cy="24688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11" name="rd_l22"/>
          <p:cNvSpPr/>
          <p:nvPr/>
        </p:nvSpPr>
        <p:spPr>
          <a:xfrm flipH="1">
            <a:off x="3474720" y="3538728"/>
            <a:ext cx="2011680" cy="24688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12" name="rd_l30"/>
          <p:cNvSpPr/>
          <p:nvPr/>
        </p:nvSpPr>
        <p:spPr>
          <a:xfrm flipH="1">
            <a:off x="2468880" y="4389120"/>
            <a:ext cx="1005840" cy="24688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13" name="rd_l40"/>
          <p:cNvSpPr/>
          <p:nvPr/>
        </p:nvSpPr>
        <p:spPr>
          <a:xfrm>
            <a:off x="2468880" y="5239512"/>
            <a:ext cx="1005840" cy="24688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14" name="rd_l31"/>
          <p:cNvSpPr/>
          <p:nvPr/>
        </p:nvSpPr>
        <p:spPr>
          <a:xfrm>
            <a:off x="3474720" y="4389120"/>
            <a:ext cx="1005840" cy="24688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15" name="rd_l41"/>
          <p:cNvSpPr/>
          <p:nvPr/>
        </p:nvSpPr>
        <p:spPr>
          <a:xfrm flipH="1">
            <a:off x="3474720" y="5239512"/>
            <a:ext cx="1005840" cy="24688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16" name="rd_root_box"/>
          <p:cNvSpPr/>
          <p:nvPr/>
        </p:nvSpPr>
        <p:spPr>
          <a:xfrm>
            <a:off x="2315718" y="1234440"/>
            <a:ext cx="2318004" cy="603504"/>
          </a:xfrm>
          <a:prstGeom prst="roundRect">
            <a:avLst>
              <a:gd name="adj" fmla="val 1212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17" name="rd_root_txt"/>
          <p:cNvSpPr txBox="1"/>
          <p:nvPr/>
        </p:nvSpPr>
        <p:spPr>
          <a:xfrm>
            <a:off x="2407158" y="1234440"/>
            <a:ext cx="21351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뿌리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모시는 신 입문</a:t>
            </a:r>
            <a:endParaRPr lang="en-US" sz="1100" dirty="0"/>
          </a:p>
        </p:txBody>
      </p:sp>
      <p:sp>
        <p:nvSpPr>
          <p:cNvPr id="18" name="rd_A1_box"/>
          <p:cNvSpPr/>
          <p:nvPr/>
        </p:nvSpPr>
        <p:spPr>
          <a:xfrm>
            <a:off x="571500" y="2084832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19" name="rd_A1_txt"/>
          <p:cNvSpPr txBox="1"/>
          <p:nvPr/>
        </p:nvSpPr>
        <p:spPr>
          <a:xfrm>
            <a:off x="662940" y="2084832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2E"/>
                </a:solidFill>
              </a:rPr>
              <a:t>무기 1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030"/>
                </a:solidFill>
              </a:rPr>
              <a:t>무구 강화</a:t>
            </a:r>
            <a:endParaRPr lang="en-US" sz="1100" dirty="0"/>
          </a:p>
        </p:txBody>
      </p:sp>
      <p:sp>
        <p:nvSpPr>
          <p:cNvPr id="20" name="rd_A2_box"/>
          <p:cNvSpPr/>
          <p:nvPr/>
        </p:nvSpPr>
        <p:spPr>
          <a:xfrm>
            <a:off x="571500" y="2935224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21" name="rd_A2_txt"/>
          <p:cNvSpPr txBox="1"/>
          <p:nvPr/>
        </p:nvSpPr>
        <p:spPr>
          <a:xfrm>
            <a:off x="662940" y="2935224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2E"/>
                </a:solidFill>
              </a:rPr>
              <a:t>무기 2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030"/>
                </a:solidFill>
              </a:rPr>
              <a:t>무구 강화</a:t>
            </a:r>
            <a:endParaRPr lang="en-US" sz="1100" dirty="0"/>
          </a:p>
        </p:txBody>
      </p:sp>
      <p:sp>
        <p:nvSpPr>
          <p:cNvPr id="22" name="rd_B1_box"/>
          <p:cNvSpPr/>
          <p:nvPr/>
        </p:nvSpPr>
        <p:spPr>
          <a:xfrm>
            <a:off x="2583180" y="2084832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23" name="rd_B1_txt"/>
          <p:cNvSpPr txBox="1"/>
          <p:nvPr/>
        </p:nvSpPr>
        <p:spPr>
          <a:xfrm>
            <a:off x="2674620" y="2084832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A1E"/>
                </a:solidFill>
              </a:rPr>
              <a:t>패시브 1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030"/>
                </a:solidFill>
              </a:rPr>
              <a:t>고유 패시브 강화</a:t>
            </a:r>
            <a:endParaRPr lang="en-US" sz="1100" dirty="0"/>
          </a:p>
        </p:txBody>
      </p:sp>
      <p:sp>
        <p:nvSpPr>
          <p:cNvPr id="24" name="rd_B2_box"/>
          <p:cNvSpPr/>
          <p:nvPr/>
        </p:nvSpPr>
        <p:spPr>
          <a:xfrm>
            <a:off x="2583180" y="2935224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25" name="rd_B2_txt"/>
          <p:cNvSpPr txBox="1"/>
          <p:nvPr/>
        </p:nvSpPr>
        <p:spPr>
          <a:xfrm>
            <a:off x="2674620" y="2935224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A1E"/>
                </a:solidFill>
              </a:rPr>
              <a:t>패시브 2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030"/>
                </a:solidFill>
              </a:rPr>
              <a:t>고유 패시브 강화</a:t>
            </a:r>
            <a:endParaRPr lang="en-US" sz="1100" dirty="0"/>
          </a:p>
        </p:txBody>
      </p:sp>
      <p:sp>
        <p:nvSpPr>
          <p:cNvPr id="26" name="rd_C1_box"/>
          <p:cNvSpPr/>
          <p:nvPr/>
        </p:nvSpPr>
        <p:spPr>
          <a:xfrm>
            <a:off x="4594860" y="2084832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27" name="rd_C1_txt"/>
          <p:cNvSpPr txBox="1"/>
          <p:nvPr/>
        </p:nvSpPr>
        <p:spPr>
          <a:xfrm>
            <a:off x="4686300" y="2084832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6FB0"/>
                </a:solidFill>
              </a:rPr>
              <a:t>협동 1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030"/>
                </a:solidFill>
              </a:rPr>
              <a:t>동료와 연계</a:t>
            </a:r>
            <a:endParaRPr lang="en-US" sz="1100" dirty="0"/>
          </a:p>
        </p:txBody>
      </p:sp>
      <p:sp>
        <p:nvSpPr>
          <p:cNvPr id="28" name="rd_C2_box"/>
          <p:cNvSpPr/>
          <p:nvPr/>
        </p:nvSpPr>
        <p:spPr>
          <a:xfrm>
            <a:off x="4594860" y="2935224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29" name="rd_C2_txt"/>
          <p:cNvSpPr txBox="1"/>
          <p:nvPr/>
        </p:nvSpPr>
        <p:spPr>
          <a:xfrm>
            <a:off x="4686300" y="2935224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6FB0"/>
                </a:solidFill>
              </a:rPr>
              <a:t>협동 2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030"/>
                </a:solidFill>
              </a:rPr>
              <a:t>동료와 연계</a:t>
            </a:r>
            <a:endParaRPr lang="en-US" sz="1100" dirty="0"/>
          </a:p>
        </p:txBody>
      </p:sp>
      <p:sp>
        <p:nvSpPr>
          <p:cNvPr id="30" name="rd_gate_box"/>
          <p:cNvSpPr/>
          <p:nvPr/>
        </p:nvSpPr>
        <p:spPr>
          <a:xfrm>
            <a:off x="2315718" y="3785616"/>
            <a:ext cx="2318004" cy="603504"/>
          </a:xfrm>
          <a:prstGeom prst="roundRect">
            <a:avLst>
              <a:gd name="adj" fmla="val 1212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31" name="rd_gate_txt"/>
          <p:cNvSpPr txBox="1"/>
          <p:nvPr/>
        </p:nvSpPr>
        <p:spPr>
          <a:xfrm>
            <a:off x="2407158" y="3785616"/>
            <a:ext cx="21351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관문 (합류)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어느 갈래든 여기로 모임</a:t>
            </a:r>
            <a:endParaRPr lang="en-US" sz="1100" dirty="0"/>
          </a:p>
        </p:txBody>
      </p:sp>
      <p:sp>
        <p:nvSpPr>
          <p:cNvPr id="32" name="rd_D0_box"/>
          <p:cNvSpPr/>
          <p:nvPr/>
        </p:nvSpPr>
        <p:spPr>
          <a:xfrm>
            <a:off x="1532763" y="4636008"/>
            <a:ext cx="1872234" cy="603504"/>
          </a:xfrm>
          <a:prstGeom prst="roundRect">
            <a:avLst>
              <a:gd name="adj" fmla="val 1212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33" name="rd_D0_txt"/>
          <p:cNvSpPr txBox="1"/>
          <p:nvPr/>
        </p:nvSpPr>
        <p:spPr>
          <a:xfrm>
            <a:off x="1624203" y="4636008"/>
            <a:ext cx="16893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2차 갈림 1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성향 선택</a:t>
            </a:r>
            <a:endParaRPr lang="en-US" sz="1100" dirty="0"/>
          </a:p>
        </p:txBody>
      </p:sp>
      <p:sp>
        <p:nvSpPr>
          <p:cNvPr id="34" name="rd_D1_box"/>
          <p:cNvSpPr/>
          <p:nvPr/>
        </p:nvSpPr>
        <p:spPr>
          <a:xfrm>
            <a:off x="3544443" y="4636008"/>
            <a:ext cx="1872234" cy="603504"/>
          </a:xfrm>
          <a:prstGeom prst="roundRect">
            <a:avLst>
              <a:gd name="adj" fmla="val 1212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35" name="rd_D1_txt"/>
          <p:cNvSpPr txBox="1"/>
          <p:nvPr/>
        </p:nvSpPr>
        <p:spPr>
          <a:xfrm>
            <a:off x="3635883" y="4636008"/>
            <a:ext cx="16893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2차 갈림 2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성향 선택</a:t>
            </a:r>
            <a:endParaRPr lang="en-US" sz="1100" dirty="0"/>
          </a:p>
        </p:txBody>
      </p:sp>
      <p:sp>
        <p:nvSpPr>
          <p:cNvPr id="36" name="rd_cap_box"/>
          <p:cNvSpPr/>
          <p:nvPr/>
        </p:nvSpPr>
        <p:spPr>
          <a:xfrm>
            <a:off x="2315718" y="5486400"/>
            <a:ext cx="2318004" cy="603504"/>
          </a:xfrm>
          <a:prstGeom prst="roundRect">
            <a:avLst>
              <a:gd name="adj" fmla="val 1212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37" name="rd_cap_txt"/>
          <p:cNvSpPr txBox="1"/>
          <p:nvPr/>
        </p:nvSpPr>
        <p:spPr>
          <a:xfrm>
            <a:off x="2407158" y="5486400"/>
            <a:ext cx="21351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각성 (합류)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모시는 신 강림</a:t>
            </a:r>
            <a:endParaRPr lang="en-US" sz="1100" dirty="0"/>
          </a:p>
        </p:txBody>
      </p:sp>
      <p:sp>
        <p:nvSpPr>
          <p:cNvPr id="38" name="rd_pick1_bg"/>
          <p:cNvSpPr/>
          <p:nvPr/>
        </p:nvSpPr>
        <p:spPr>
          <a:xfrm>
            <a:off x="3172968" y="1833372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rd_pick1"/>
          <p:cNvSpPr txBox="1"/>
          <p:nvPr/>
        </p:nvSpPr>
        <p:spPr>
          <a:xfrm>
            <a:off x="3172968" y="183337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40" name="rd_pick2_bg"/>
          <p:cNvSpPr/>
          <p:nvPr/>
        </p:nvSpPr>
        <p:spPr>
          <a:xfrm>
            <a:off x="3172968" y="4384548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rd_pick2"/>
          <p:cNvSpPr txBox="1"/>
          <p:nvPr/>
        </p:nvSpPr>
        <p:spPr>
          <a:xfrm>
            <a:off x="3172968" y="438454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42" name="rr_n_bg0"/>
          <p:cNvSpPr/>
          <p:nvPr/>
        </p:nvSpPr>
        <p:spPr>
          <a:xfrm>
            <a:off x="6903720" y="1298448"/>
            <a:ext cx="384048" cy="384048"/>
          </a:xfrm>
          <a:prstGeom prst="ellipse">
            <a:avLst/>
          </a:prstGeom>
          <a:solidFill>
            <a:srgbClr val="0E1A33"/>
          </a:solidFill>
          <a:ln/>
        </p:spPr>
      </p:sp>
      <p:sp>
        <p:nvSpPr>
          <p:cNvPr id="43" name="rr_n0"/>
          <p:cNvSpPr txBox="1"/>
          <p:nvPr/>
        </p:nvSpPr>
        <p:spPr>
          <a:xfrm>
            <a:off x="690372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4" name="rr_t0"/>
          <p:cNvSpPr txBox="1"/>
          <p:nvPr/>
        </p:nvSpPr>
        <p:spPr>
          <a:xfrm>
            <a:off x="7452360" y="1280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판 밖 영구 성장</a:t>
            </a:r>
            <a:endParaRPr lang="en-US" sz="1600" dirty="0"/>
          </a:p>
        </p:txBody>
      </p:sp>
      <p:sp>
        <p:nvSpPr>
          <p:cNvPr id="45" name="rr_d0"/>
          <p:cNvSpPr txBox="1"/>
          <p:nvPr/>
        </p:nvSpPr>
        <p:spPr>
          <a:xfrm>
            <a:off x="7452360" y="1645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판이 끝난 뒤 모은 재화로 노드를 하나씩 찍어요.</a:t>
            </a:r>
            <a:endParaRPr lang="en-US" sz="1300" dirty="0"/>
          </a:p>
        </p:txBody>
      </p:sp>
      <p:sp>
        <p:nvSpPr>
          <p:cNvPr id="46" name="rr_n_bg1"/>
          <p:cNvSpPr/>
          <p:nvPr/>
        </p:nvSpPr>
        <p:spPr>
          <a:xfrm>
            <a:off x="6903720" y="2167128"/>
            <a:ext cx="384048" cy="384048"/>
          </a:xfrm>
          <a:prstGeom prst="ellipse">
            <a:avLst/>
          </a:prstGeom>
          <a:solidFill>
            <a:srgbClr val="0E1A33"/>
          </a:solidFill>
          <a:ln/>
        </p:spPr>
      </p:sp>
      <p:sp>
        <p:nvSpPr>
          <p:cNvPr id="47" name="rr_n1"/>
          <p:cNvSpPr txBox="1"/>
          <p:nvPr/>
        </p:nvSpPr>
        <p:spPr>
          <a:xfrm>
            <a:off x="690372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48" name="rr_t1"/>
          <p:cNvSpPr txBox="1"/>
          <p:nvPr/>
        </p:nvSpPr>
        <p:spPr>
          <a:xfrm>
            <a:off x="745236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위에서부터 순서대로</a:t>
            </a:r>
            <a:endParaRPr lang="en-US" sz="1600" dirty="0"/>
          </a:p>
        </p:txBody>
      </p:sp>
      <p:sp>
        <p:nvSpPr>
          <p:cNvPr id="49" name="rr_d1"/>
          <p:cNvSpPr txBox="1"/>
          <p:nvPr/>
        </p:nvSpPr>
        <p:spPr>
          <a:xfrm>
            <a:off x="7452360" y="25146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바로 위 노드를 찍어야 다음 노드가 열려요.</a:t>
            </a:r>
            <a:endParaRPr lang="en-US" sz="1300" dirty="0"/>
          </a:p>
        </p:txBody>
      </p:sp>
      <p:sp>
        <p:nvSpPr>
          <p:cNvPr id="50" name="rr_n_bg2"/>
          <p:cNvSpPr/>
          <p:nvPr/>
        </p:nvSpPr>
        <p:spPr>
          <a:xfrm>
            <a:off x="6903720" y="3035808"/>
            <a:ext cx="384048" cy="384048"/>
          </a:xfrm>
          <a:prstGeom prst="ellipse">
            <a:avLst/>
          </a:prstGeom>
          <a:solidFill>
            <a:srgbClr val="0E1A33"/>
          </a:solidFill>
          <a:ln/>
        </p:spPr>
      </p:sp>
      <p:sp>
        <p:nvSpPr>
          <p:cNvPr id="51" name="rr_n2"/>
          <p:cNvSpPr txBox="1"/>
          <p:nvPr/>
        </p:nvSpPr>
        <p:spPr>
          <a:xfrm>
            <a:off x="690372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52" name="rr_t2"/>
          <p:cNvSpPr txBox="1"/>
          <p:nvPr/>
        </p:nvSpPr>
        <p:spPr>
          <a:xfrm>
            <a:off x="7452360" y="3017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택1은 되돌릴 수 없음</a:t>
            </a:r>
            <a:endParaRPr lang="en-US" sz="1600" dirty="0"/>
          </a:p>
        </p:txBody>
      </p:sp>
      <p:sp>
        <p:nvSpPr>
          <p:cNvPr id="53" name="rr_d2"/>
          <p:cNvSpPr txBox="1"/>
          <p:nvPr/>
        </p:nvSpPr>
        <p:spPr>
          <a:xfrm>
            <a:off x="7452360" y="3383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갈림길에서 하나를 고르면 고르지 않은 갈래는 잠겨요.</a:t>
            </a:r>
            <a:endParaRPr lang="en-US" sz="1300" dirty="0"/>
          </a:p>
        </p:txBody>
      </p:sp>
      <p:sp>
        <p:nvSpPr>
          <p:cNvPr id="54" name="rr_n_bg3"/>
          <p:cNvSpPr/>
          <p:nvPr/>
        </p:nvSpPr>
        <p:spPr>
          <a:xfrm>
            <a:off x="6903720" y="3904488"/>
            <a:ext cx="384048" cy="384048"/>
          </a:xfrm>
          <a:prstGeom prst="ellipse">
            <a:avLst/>
          </a:prstGeom>
          <a:solidFill>
            <a:srgbClr val="0E1A33"/>
          </a:solidFill>
          <a:ln/>
        </p:spPr>
      </p:sp>
      <p:sp>
        <p:nvSpPr>
          <p:cNvPr id="55" name="rr_n3"/>
          <p:cNvSpPr txBox="1"/>
          <p:nvPr/>
        </p:nvSpPr>
        <p:spPr>
          <a:xfrm>
            <a:off x="690372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56" name="rr_t3"/>
          <p:cNvSpPr txBox="1"/>
          <p:nvPr/>
        </p:nvSpPr>
        <p:spPr>
          <a:xfrm>
            <a:off x="7452360" y="3886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갈라졌다 다시 모임</a:t>
            </a:r>
            <a:endParaRPr lang="en-US" sz="1600" dirty="0"/>
          </a:p>
        </p:txBody>
      </p:sp>
      <p:sp>
        <p:nvSpPr>
          <p:cNvPr id="57" name="rr_d3"/>
          <p:cNvSpPr txBox="1"/>
          <p:nvPr/>
        </p:nvSpPr>
        <p:spPr>
          <a:xfrm>
            <a:off x="7452360" y="4251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어느 갈래로 가든 관문과 각성에서 하나로 합류해요.</a:t>
            </a:r>
            <a:endParaRPr lang="en-US" sz="1300" dirty="0"/>
          </a:p>
        </p:txBody>
      </p:sp>
      <p:sp>
        <p:nvSpPr>
          <p:cNvPr id="58" name="rr_n_bg4"/>
          <p:cNvSpPr/>
          <p:nvPr/>
        </p:nvSpPr>
        <p:spPr>
          <a:xfrm>
            <a:off x="6903720" y="4773168"/>
            <a:ext cx="384048" cy="384048"/>
          </a:xfrm>
          <a:prstGeom prst="ellipse">
            <a:avLst/>
          </a:prstGeom>
          <a:solidFill>
            <a:srgbClr val="0E1A33"/>
          </a:solidFill>
          <a:ln/>
        </p:spPr>
      </p:sp>
      <p:sp>
        <p:nvSpPr>
          <p:cNvPr id="59" name="rr_n4"/>
          <p:cNvSpPr txBox="1"/>
          <p:nvPr/>
        </p:nvSpPr>
        <p:spPr>
          <a:xfrm>
            <a:off x="690372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60" name="rr_t4"/>
          <p:cNvSpPr txBox="1"/>
          <p:nvPr/>
        </p:nvSpPr>
        <p:spPr>
          <a:xfrm>
            <a:off x="7452360" y="4754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캐릭터당 6개 노드</a:t>
            </a:r>
            <a:endParaRPr lang="en-US" sz="1600" dirty="0"/>
          </a:p>
        </p:txBody>
      </p:sp>
      <p:sp>
        <p:nvSpPr>
          <p:cNvPr id="61" name="rr_d4"/>
          <p:cNvSpPr txBox="1"/>
          <p:nvPr/>
        </p:nvSpPr>
        <p:spPr>
          <a:xfrm>
            <a:off x="7452360" y="5120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뿌리 1 + 갈래 2 + 관문 1 + 2차 갈림 1 + 각성 1</a:t>
            </a:r>
            <a:endParaRPr lang="en-US" sz="1300" dirty="0"/>
          </a:p>
        </p:txBody>
      </p:sp>
      <p:sp>
        <p:nvSpPr>
          <p:cNvPr id="62" name="lg_c0"/>
          <p:cNvSpPr/>
          <p:nvPr/>
        </p:nvSpPr>
        <p:spPr>
          <a:xfrm>
            <a:off x="6949440" y="5715000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6E3E4"/>
          </a:solidFill>
          <a:ln w="15875">
            <a:solidFill>
              <a:srgbClr val="B3262E"/>
            </a:solidFill>
            <a:prstDash val="solid"/>
          </a:ln>
        </p:spPr>
      </p:sp>
      <p:sp>
        <p:nvSpPr>
          <p:cNvPr id="63" name="lg_t0"/>
          <p:cNvSpPr txBox="1"/>
          <p:nvPr/>
        </p:nvSpPr>
        <p:spPr>
          <a:xfrm>
            <a:off x="7333488" y="5696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무기</a:t>
            </a:r>
            <a:endParaRPr lang="en-US" sz="1200" dirty="0"/>
          </a:p>
        </p:txBody>
      </p:sp>
      <p:sp>
        <p:nvSpPr>
          <p:cNvPr id="64" name="lg_c1"/>
          <p:cNvSpPr/>
          <p:nvPr/>
        </p:nvSpPr>
        <p:spPr>
          <a:xfrm>
            <a:off x="9326880" y="5715000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8EED6"/>
          </a:solidFill>
          <a:ln w="15875">
            <a:solidFill>
              <a:srgbClr val="C08A1E"/>
            </a:solidFill>
            <a:prstDash val="solid"/>
          </a:ln>
        </p:spPr>
      </p:sp>
      <p:sp>
        <p:nvSpPr>
          <p:cNvPr id="65" name="lg_t1"/>
          <p:cNvSpPr txBox="1"/>
          <p:nvPr/>
        </p:nvSpPr>
        <p:spPr>
          <a:xfrm>
            <a:off x="9710928" y="5696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고유 패시브</a:t>
            </a:r>
            <a:endParaRPr lang="en-US" sz="1200" dirty="0"/>
          </a:p>
        </p:txBody>
      </p:sp>
      <p:sp>
        <p:nvSpPr>
          <p:cNvPr id="66" name="lg_c2"/>
          <p:cNvSpPr/>
          <p:nvPr/>
        </p:nvSpPr>
        <p:spPr>
          <a:xfrm>
            <a:off x="6949440" y="6044184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E2EAF5"/>
          </a:solidFill>
          <a:ln w="15875">
            <a:solidFill>
              <a:srgbClr val="3E6FB0"/>
            </a:solidFill>
            <a:prstDash val="solid"/>
          </a:ln>
        </p:spPr>
      </p:sp>
      <p:sp>
        <p:nvSpPr>
          <p:cNvPr id="67" name="lg_t2"/>
          <p:cNvSpPr txBox="1"/>
          <p:nvPr/>
        </p:nvSpPr>
        <p:spPr>
          <a:xfrm>
            <a:off x="7333488" y="60258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협동</a:t>
            </a:r>
            <a:endParaRPr lang="en-US" sz="1200" dirty="0"/>
          </a:p>
        </p:txBody>
      </p:sp>
      <p:sp>
        <p:nvSpPr>
          <p:cNvPr id="68" name="lg_c3"/>
          <p:cNvSpPr/>
          <p:nvPr/>
        </p:nvSpPr>
        <p:spPr>
          <a:xfrm>
            <a:off x="9326880" y="6044184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0E1A33"/>
          </a:solidFill>
          <a:ln w="15875">
            <a:solidFill>
              <a:srgbClr val="0E1A33"/>
            </a:solidFill>
            <a:prstDash val="solid"/>
          </a:ln>
        </p:spPr>
      </p:sp>
      <p:sp>
        <p:nvSpPr>
          <p:cNvPr id="69" name="lg_t3"/>
          <p:cNvSpPr txBox="1"/>
          <p:nvPr/>
        </p:nvSpPr>
        <p:spPr>
          <a:xfrm>
            <a:off x="9710928" y="60258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공통 (뿌리·관문·각성)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하영 · 스킬 트리</a:t>
            </a:r>
            <a:endParaRPr lang="en-US" sz="3000" dirty="0"/>
          </a:p>
        </p:txBody>
      </p:sp>
      <p:sp>
        <p:nvSpPr>
          <p:cNvPr id="3" name="cp_bg"/>
          <p:cNvSpPr/>
          <p:nvPr/>
        </p:nvSpPr>
        <p:spPr>
          <a:xfrm>
            <a:off x="457200" y="1188720"/>
            <a:ext cx="2834640" cy="5074920"/>
          </a:xfrm>
          <a:prstGeom prst="roundRect">
            <a:avLst>
              <a:gd name="adj" fmla="val 3226"/>
            </a:avLst>
          </a:prstGeom>
          <a:solidFill>
            <a:srgbClr val="0E1A33"/>
          </a:solidFill>
          <a:ln/>
        </p:spPr>
      </p:sp>
      <p:pic>
        <p:nvPicPr>
          <p:cNvPr id="4" name="cp_spr" descr="/tmp/claude-0/-home-claude/d5f48452-305e-51fe-9a7c-9dfa0c30073e/scratchpad/deck/a/HaYo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969" y="1325880"/>
            <a:ext cx="1253101" cy="1554480"/>
          </a:xfrm>
          <a:prstGeom prst="rect">
            <a:avLst/>
          </a:prstGeom>
        </p:spPr>
      </p:pic>
      <p:sp>
        <p:nvSpPr>
          <p:cNvPr id="5" name="cp_name"/>
          <p:cNvSpPr txBox="1"/>
          <p:nvPr/>
        </p:nvSpPr>
        <p:spPr>
          <a:xfrm>
            <a:off x="68580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하영</a:t>
            </a:r>
            <a:endParaRPr lang="en-US" sz="2200" dirty="0"/>
          </a:p>
        </p:txBody>
      </p:sp>
      <p:sp>
        <p:nvSpPr>
          <p:cNvPr id="6" name="cp_k0"/>
          <p:cNvSpPr txBox="1"/>
          <p:nvPr/>
        </p:nvSpPr>
        <p:spPr>
          <a:xfrm>
            <a:off x="685800" y="3520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모시는 신</a:t>
            </a:r>
            <a:endParaRPr lang="en-US" sz="1100" dirty="0"/>
          </a:p>
        </p:txBody>
      </p:sp>
      <p:sp>
        <p:nvSpPr>
          <p:cNvPr id="7" name="cp_v0"/>
          <p:cNvSpPr txBox="1"/>
          <p:nvPr/>
        </p:nvSpPr>
        <p:spPr>
          <a:xfrm>
            <a:off x="685800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애기씨</a:t>
            </a:r>
            <a:endParaRPr lang="en-US" sz="1200" dirty="0"/>
          </a:p>
        </p:txBody>
      </p:sp>
      <p:sp>
        <p:nvSpPr>
          <p:cNvPr id="8" name="cp_k1"/>
          <p:cNvSpPr txBox="1"/>
          <p:nvPr/>
        </p:nvSpPr>
        <p:spPr>
          <a:xfrm>
            <a:off x="685800" y="4187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무기</a:t>
            </a:r>
            <a:endParaRPr lang="en-US" sz="1100" dirty="0"/>
          </a:p>
        </p:txBody>
      </p:sp>
      <p:sp>
        <p:nvSpPr>
          <p:cNvPr id="9" name="cp_v1"/>
          <p:cNvSpPr txBox="1"/>
          <p:nvPr/>
        </p:nvSpPr>
        <p:spPr>
          <a:xfrm>
            <a:off x="685800" y="4434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사인검 (근거리 · 다중)</a:t>
            </a:r>
            <a:endParaRPr lang="en-US" sz="1200" dirty="0"/>
          </a:p>
        </p:txBody>
      </p:sp>
      <p:sp>
        <p:nvSpPr>
          <p:cNvPr id="10" name="cp_k2"/>
          <p:cNvSpPr txBox="1"/>
          <p:nvPr/>
        </p:nvSpPr>
        <p:spPr>
          <a:xfrm>
            <a:off x="685800" y="48554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고유 패시브</a:t>
            </a:r>
            <a:endParaRPr lang="en-US" sz="1100" dirty="0"/>
          </a:p>
        </p:txBody>
      </p:sp>
      <p:sp>
        <p:nvSpPr>
          <p:cNvPr id="11" name="cp_v2"/>
          <p:cNvSpPr txBox="1"/>
          <p:nvPr/>
        </p:nvSpPr>
        <p:spPr>
          <a:xfrm>
            <a:off x="685800" y="510235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사인 결계: 4번째 베기마다 결계, 안의 동료 받는 피해 -20% (2초)</a:t>
            </a:r>
            <a:endParaRPr lang="en-US" sz="1200" dirty="0"/>
          </a:p>
        </p:txBody>
      </p:sp>
      <p:sp>
        <p:nvSpPr>
          <p:cNvPr id="12" name="cp_lg0"/>
          <p:cNvSpPr/>
          <p:nvPr/>
        </p:nvSpPr>
        <p:spPr>
          <a:xfrm>
            <a:off x="68580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6E3E4"/>
          </a:solidFill>
          <a:ln w="12700">
            <a:solidFill>
              <a:srgbClr val="B3262E"/>
            </a:solidFill>
            <a:prstDash val="solid"/>
          </a:ln>
        </p:spPr>
      </p:sp>
      <p:sp>
        <p:nvSpPr>
          <p:cNvPr id="13" name="cp_lgt0"/>
          <p:cNvSpPr txBox="1"/>
          <p:nvPr/>
        </p:nvSpPr>
        <p:spPr>
          <a:xfrm>
            <a:off x="97840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무기</a:t>
            </a:r>
            <a:endParaRPr lang="en-US" sz="1000" dirty="0"/>
          </a:p>
        </p:txBody>
      </p:sp>
      <p:sp>
        <p:nvSpPr>
          <p:cNvPr id="14" name="cp_lg1"/>
          <p:cNvSpPr/>
          <p:nvPr/>
        </p:nvSpPr>
        <p:spPr>
          <a:xfrm>
            <a:off x="150876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8EED6"/>
          </a:solidFill>
          <a:ln w="12700">
            <a:solidFill>
              <a:srgbClr val="C08A1E"/>
            </a:solidFill>
            <a:prstDash val="solid"/>
          </a:ln>
        </p:spPr>
      </p:sp>
      <p:sp>
        <p:nvSpPr>
          <p:cNvPr id="15" name="cp_lgt1"/>
          <p:cNvSpPr txBox="1"/>
          <p:nvPr/>
        </p:nvSpPr>
        <p:spPr>
          <a:xfrm>
            <a:off x="180136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패시브</a:t>
            </a:r>
            <a:endParaRPr lang="en-US" sz="1000" dirty="0"/>
          </a:p>
        </p:txBody>
      </p:sp>
      <p:sp>
        <p:nvSpPr>
          <p:cNvPr id="16" name="cp_lg2"/>
          <p:cNvSpPr/>
          <p:nvPr/>
        </p:nvSpPr>
        <p:spPr>
          <a:xfrm>
            <a:off x="233172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E2EAF5"/>
          </a:solidFill>
          <a:ln w="12700">
            <a:solidFill>
              <a:srgbClr val="3E6FB0"/>
            </a:solidFill>
            <a:prstDash val="solid"/>
          </a:ln>
        </p:spPr>
      </p:sp>
      <p:sp>
        <p:nvSpPr>
          <p:cNvPr id="17" name="cp_lgt2"/>
          <p:cNvSpPr txBox="1"/>
          <p:nvPr/>
        </p:nvSpPr>
        <p:spPr>
          <a:xfrm>
            <a:off x="262432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협동</a:t>
            </a:r>
            <a:endParaRPr lang="en-US" sz="1000" dirty="0"/>
          </a:p>
        </p:txBody>
      </p:sp>
      <p:sp>
        <p:nvSpPr>
          <p:cNvPr id="18" name="t_l00"/>
          <p:cNvSpPr/>
          <p:nvPr/>
        </p:nvSpPr>
        <p:spPr>
          <a:xfrm flipH="1">
            <a:off x="4892040" y="1847088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19" name="t_l10"/>
          <p:cNvSpPr/>
          <p:nvPr/>
        </p:nvSpPr>
        <p:spPr>
          <a:xfrm>
            <a:off x="4892040" y="2706624"/>
            <a:ext cx="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0" name="t_l20"/>
          <p:cNvSpPr/>
          <p:nvPr/>
        </p:nvSpPr>
        <p:spPr>
          <a:xfrm>
            <a:off x="4892040" y="3566160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1" name="t_l01"/>
          <p:cNvSpPr/>
          <p:nvPr/>
        </p:nvSpPr>
        <p:spPr>
          <a:xfrm>
            <a:off x="7635240" y="1847088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2" name="t_l11"/>
          <p:cNvSpPr/>
          <p:nvPr/>
        </p:nvSpPr>
        <p:spPr>
          <a:xfrm>
            <a:off x="7635240" y="2706624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3" name="t_l21"/>
          <p:cNvSpPr/>
          <p:nvPr/>
        </p:nvSpPr>
        <p:spPr>
          <a:xfrm>
            <a:off x="7635240" y="3566160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4" name="t_l02"/>
          <p:cNvSpPr/>
          <p:nvPr/>
        </p:nvSpPr>
        <p:spPr>
          <a:xfrm>
            <a:off x="7635240" y="1847088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5" name="t_l12"/>
          <p:cNvSpPr/>
          <p:nvPr/>
        </p:nvSpPr>
        <p:spPr>
          <a:xfrm>
            <a:off x="10378440" y="2706624"/>
            <a:ext cx="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6" name="t_l22"/>
          <p:cNvSpPr/>
          <p:nvPr/>
        </p:nvSpPr>
        <p:spPr>
          <a:xfrm flipH="1">
            <a:off x="7635240" y="3566160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7" name="t_l30"/>
          <p:cNvSpPr/>
          <p:nvPr/>
        </p:nvSpPr>
        <p:spPr>
          <a:xfrm flipH="1">
            <a:off x="62636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8" name="t_l40"/>
          <p:cNvSpPr/>
          <p:nvPr/>
        </p:nvSpPr>
        <p:spPr>
          <a:xfrm>
            <a:off x="62636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9" name="t_l31"/>
          <p:cNvSpPr/>
          <p:nvPr/>
        </p:nvSpPr>
        <p:spPr>
          <a:xfrm>
            <a:off x="76352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0" name="t_l41"/>
          <p:cNvSpPr/>
          <p:nvPr/>
        </p:nvSpPr>
        <p:spPr>
          <a:xfrm flipH="1">
            <a:off x="76352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1" name="t_root_box"/>
          <p:cNvSpPr/>
          <p:nvPr/>
        </p:nvSpPr>
        <p:spPr>
          <a:xfrm>
            <a:off x="5941314" y="118872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32" name="t_root_txt"/>
          <p:cNvSpPr txBox="1"/>
          <p:nvPr/>
        </p:nvSpPr>
        <p:spPr>
          <a:xfrm>
            <a:off x="6032754" y="118872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애기씨 입문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최대 체력 +5%</a:t>
            </a:r>
            <a:endParaRPr lang="en-US" sz="1200" dirty="0"/>
          </a:p>
        </p:txBody>
      </p:sp>
      <p:sp>
        <p:nvSpPr>
          <p:cNvPr id="33" name="t_A1_box"/>
          <p:cNvSpPr/>
          <p:nvPr/>
        </p:nvSpPr>
        <p:spPr>
          <a:xfrm>
            <a:off x="35890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4" name="t_A1_txt"/>
          <p:cNvSpPr txBox="1"/>
          <p:nvPr/>
        </p:nvSpPr>
        <p:spPr>
          <a:xfrm>
            <a:off x="36804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날 세우기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베기 피해 +10%</a:t>
            </a:r>
            <a:endParaRPr lang="en-US" sz="1200" dirty="0"/>
          </a:p>
        </p:txBody>
      </p:sp>
      <p:sp>
        <p:nvSpPr>
          <p:cNvPr id="35" name="t_A2_box"/>
          <p:cNvSpPr/>
          <p:nvPr/>
        </p:nvSpPr>
        <p:spPr>
          <a:xfrm>
            <a:off x="35890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6" name="t_A2_txt"/>
          <p:cNvSpPr txBox="1"/>
          <p:nvPr/>
        </p:nvSpPr>
        <p:spPr>
          <a:xfrm>
            <a:off x="36804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넓은 베기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베기 각도 +20%</a:t>
            </a:r>
            <a:endParaRPr lang="en-US" sz="1200" dirty="0"/>
          </a:p>
        </p:txBody>
      </p:sp>
      <p:sp>
        <p:nvSpPr>
          <p:cNvPr id="37" name="t_B1_box"/>
          <p:cNvSpPr/>
          <p:nvPr/>
        </p:nvSpPr>
        <p:spPr>
          <a:xfrm>
            <a:off x="63322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38" name="t_B1_txt"/>
          <p:cNvSpPr txBox="1"/>
          <p:nvPr/>
        </p:nvSpPr>
        <p:spPr>
          <a:xfrm>
            <a:off x="64236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단단한 결계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결계 피해 감소 -20% → -30%</a:t>
            </a:r>
            <a:endParaRPr lang="en-US" sz="1200" dirty="0"/>
          </a:p>
        </p:txBody>
      </p:sp>
      <p:sp>
        <p:nvSpPr>
          <p:cNvPr id="39" name="t_B2_box"/>
          <p:cNvSpPr/>
          <p:nvPr/>
        </p:nvSpPr>
        <p:spPr>
          <a:xfrm>
            <a:off x="63322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40" name="t_B2_txt"/>
          <p:cNvSpPr txBox="1"/>
          <p:nvPr/>
        </p:nvSpPr>
        <p:spPr>
          <a:xfrm>
            <a:off x="64236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긴 결계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결계 지속 2초 → 3초</a:t>
            </a:r>
            <a:endParaRPr lang="en-US" sz="1200" dirty="0"/>
          </a:p>
        </p:txBody>
      </p:sp>
      <p:sp>
        <p:nvSpPr>
          <p:cNvPr id="41" name="t_C1_box"/>
          <p:cNvSpPr/>
          <p:nvPr/>
        </p:nvSpPr>
        <p:spPr>
          <a:xfrm>
            <a:off x="90754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2" name="t_C1_txt"/>
          <p:cNvSpPr txBox="1"/>
          <p:nvPr/>
        </p:nvSpPr>
        <p:spPr>
          <a:xfrm>
            <a:off x="91668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함께 서기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결계 안 동료 이동속도 +10%</a:t>
            </a:r>
            <a:endParaRPr lang="en-US" sz="1200" dirty="0"/>
          </a:p>
        </p:txBody>
      </p:sp>
      <p:sp>
        <p:nvSpPr>
          <p:cNvPr id="43" name="t_C2_box"/>
          <p:cNvSpPr/>
          <p:nvPr/>
        </p:nvSpPr>
        <p:spPr>
          <a:xfrm>
            <a:off x="90754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4" name="t_C2_txt"/>
          <p:cNvSpPr txBox="1"/>
          <p:nvPr/>
        </p:nvSpPr>
        <p:spPr>
          <a:xfrm>
            <a:off x="91668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결계 반사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결계 안 동료가 맞으면 원귀에 피해 반사</a:t>
            </a:r>
            <a:endParaRPr lang="en-US" sz="1200" dirty="0"/>
          </a:p>
        </p:txBody>
      </p:sp>
      <p:sp>
        <p:nvSpPr>
          <p:cNvPr id="45" name="t_gate_box"/>
          <p:cNvSpPr/>
          <p:nvPr/>
        </p:nvSpPr>
        <p:spPr>
          <a:xfrm>
            <a:off x="5941314" y="3767328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6" name="t_gate_txt"/>
          <p:cNvSpPr txBox="1"/>
          <p:nvPr/>
        </p:nvSpPr>
        <p:spPr>
          <a:xfrm>
            <a:off x="6032754" y="3767328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사인의 맥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결계 발동: 4번째 → 3번째 베기</a:t>
            </a:r>
            <a:endParaRPr lang="en-US" sz="1200" dirty="0"/>
          </a:p>
        </p:txBody>
      </p:sp>
      <p:sp>
        <p:nvSpPr>
          <p:cNvPr id="47" name="t_D0_box"/>
          <p:cNvSpPr/>
          <p:nvPr/>
        </p:nvSpPr>
        <p:spPr>
          <a:xfrm>
            <a:off x="49377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8" name="t_D0_txt"/>
          <p:cNvSpPr txBox="1"/>
          <p:nvPr/>
        </p:nvSpPr>
        <p:spPr>
          <a:xfrm>
            <a:off x="50292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벽사의 칼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결계를 펼칠 때 주변 원귀에 퇴마 일격</a:t>
            </a:r>
            <a:endParaRPr lang="en-US" sz="1200" dirty="0"/>
          </a:p>
        </p:txBody>
      </p:sp>
      <p:sp>
        <p:nvSpPr>
          <p:cNvPr id="49" name="t_D1_box"/>
          <p:cNvSpPr/>
          <p:nvPr/>
        </p:nvSpPr>
        <p:spPr>
          <a:xfrm>
            <a:off x="76809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0" name="t_D1_txt"/>
          <p:cNvSpPr txBox="1"/>
          <p:nvPr/>
        </p:nvSpPr>
        <p:spPr>
          <a:xfrm>
            <a:off x="77724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수호의 칼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결계가 하영 자신도 보호</a:t>
            </a:r>
            <a:endParaRPr lang="en-US" sz="1200" dirty="0"/>
          </a:p>
        </p:txBody>
      </p:sp>
      <p:sp>
        <p:nvSpPr>
          <p:cNvPr id="51" name="t_cap_box"/>
          <p:cNvSpPr/>
          <p:nvPr/>
        </p:nvSpPr>
        <p:spPr>
          <a:xfrm>
            <a:off x="5941314" y="548640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2" name="t_cap_txt"/>
          <p:cNvSpPr txBox="1"/>
          <p:nvPr/>
        </p:nvSpPr>
        <p:spPr>
          <a:xfrm>
            <a:off x="6032754" y="548640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애기씨 강림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30초마다 큰 결계 5초, 둘 다 받는 피해 -50%</a:t>
            </a:r>
            <a:endParaRPr lang="en-US" sz="1200" dirty="0"/>
          </a:p>
        </p:txBody>
      </p:sp>
      <p:sp>
        <p:nvSpPr>
          <p:cNvPr id="53" name="t_pick1_bg"/>
          <p:cNvSpPr/>
          <p:nvPr/>
        </p:nvSpPr>
        <p:spPr>
          <a:xfrm>
            <a:off x="7333488" y="1819656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_pick1"/>
          <p:cNvSpPr txBox="1"/>
          <p:nvPr/>
        </p:nvSpPr>
        <p:spPr>
          <a:xfrm>
            <a:off x="7333488" y="181965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55" name="t_pick2_bg"/>
          <p:cNvSpPr/>
          <p:nvPr/>
        </p:nvSpPr>
        <p:spPr>
          <a:xfrm>
            <a:off x="7333488" y="4398264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_pick2"/>
          <p:cNvSpPr txBox="1"/>
          <p:nvPr/>
        </p:nvSpPr>
        <p:spPr>
          <a:xfrm>
            <a:off x="7333488" y="439826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한주원 · 스킬 트리</a:t>
            </a:r>
            <a:endParaRPr lang="en-US" sz="3000" dirty="0"/>
          </a:p>
        </p:txBody>
      </p:sp>
      <p:sp>
        <p:nvSpPr>
          <p:cNvPr id="3" name="cp_bg"/>
          <p:cNvSpPr/>
          <p:nvPr/>
        </p:nvSpPr>
        <p:spPr>
          <a:xfrm>
            <a:off x="457200" y="1188720"/>
            <a:ext cx="2834640" cy="5074920"/>
          </a:xfrm>
          <a:prstGeom prst="roundRect">
            <a:avLst>
              <a:gd name="adj" fmla="val 3226"/>
            </a:avLst>
          </a:prstGeom>
          <a:solidFill>
            <a:srgbClr val="0E1A33"/>
          </a:solidFill>
          <a:ln/>
        </p:spPr>
      </p:sp>
      <p:pic>
        <p:nvPicPr>
          <p:cNvPr id="4" name="cp_spr" descr="/tmp/claude-0/-home-claude/d5f48452-305e-51fe-9a7c-9dfa0c30073e/scratchpad/deck/a/HanJuw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028" y="1325880"/>
            <a:ext cx="926983" cy="1554480"/>
          </a:xfrm>
          <a:prstGeom prst="rect">
            <a:avLst/>
          </a:prstGeom>
        </p:spPr>
      </p:pic>
      <p:sp>
        <p:nvSpPr>
          <p:cNvPr id="5" name="cp_name"/>
          <p:cNvSpPr txBox="1"/>
          <p:nvPr/>
        </p:nvSpPr>
        <p:spPr>
          <a:xfrm>
            <a:off x="68580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한주원</a:t>
            </a:r>
            <a:endParaRPr lang="en-US" sz="2200" dirty="0"/>
          </a:p>
        </p:txBody>
      </p:sp>
      <p:sp>
        <p:nvSpPr>
          <p:cNvPr id="6" name="cp_k0"/>
          <p:cNvSpPr txBox="1"/>
          <p:nvPr/>
        </p:nvSpPr>
        <p:spPr>
          <a:xfrm>
            <a:off x="685800" y="3520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모시는 신</a:t>
            </a:r>
            <a:endParaRPr lang="en-US" sz="1100" dirty="0"/>
          </a:p>
        </p:txBody>
      </p:sp>
      <p:sp>
        <p:nvSpPr>
          <p:cNvPr id="7" name="cp_v0"/>
          <p:cNvSpPr txBox="1"/>
          <p:nvPr/>
        </p:nvSpPr>
        <p:spPr>
          <a:xfrm>
            <a:off x="685800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대감</a:t>
            </a:r>
            <a:endParaRPr lang="en-US" sz="1200" dirty="0"/>
          </a:p>
        </p:txBody>
      </p:sp>
      <p:sp>
        <p:nvSpPr>
          <p:cNvPr id="8" name="cp_k1"/>
          <p:cNvSpPr txBox="1"/>
          <p:nvPr/>
        </p:nvSpPr>
        <p:spPr>
          <a:xfrm>
            <a:off x="685800" y="4187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무기</a:t>
            </a:r>
            <a:endParaRPr lang="en-US" sz="1100" dirty="0"/>
          </a:p>
        </p:txBody>
      </p:sp>
      <p:sp>
        <p:nvSpPr>
          <p:cNvPr id="9" name="cp_v1"/>
          <p:cNvSpPr txBox="1"/>
          <p:nvPr/>
        </p:nvSpPr>
        <p:spPr>
          <a:xfrm>
            <a:off x="685800" y="4434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부적 (원거리 · 단일)</a:t>
            </a:r>
            <a:endParaRPr lang="en-US" sz="1200" dirty="0"/>
          </a:p>
        </p:txBody>
      </p:sp>
      <p:sp>
        <p:nvSpPr>
          <p:cNvPr id="10" name="cp_k2"/>
          <p:cNvSpPr txBox="1"/>
          <p:nvPr/>
        </p:nvSpPr>
        <p:spPr>
          <a:xfrm>
            <a:off x="685800" y="48554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고유 패시브</a:t>
            </a:r>
            <a:endParaRPr lang="en-US" sz="1100" dirty="0"/>
          </a:p>
        </p:txBody>
      </p:sp>
      <p:sp>
        <p:nvSpPr>
          <p:cNvPr id="11" name="cp_v2"/>
          <p:cNvSpPr txBox="1"/>
          <p:nvPr/>
        </p:nvSpPr>
        <p:spPr>
          <a:xfrm>
            <a:off x="685800" y="510235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주사 낙인: 부적에 맞은 원귀에 낙인, 동료가 처치하면 부적 폭발</a:t>
            </a:r>
            <a:endParaRPr lang="en-US" sz="1200" dirty="0"/>
          </a:p>
        </p:txBody>
      </p:sp>
      <p:sp>
        <p:nvSpPr>
          <p:cNvPr id="12" name="cp_lg0"/>
          <p:cNvSpPr/>
          <p:nvPr/>
        </p:nvSpPr>
        <p:spPr>
          <a:xfrm>
            <a:off x="68580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6E3E4"/>
          </a:solidFill>
          <a:ln w="12700">
            <a:solidFill>
              <a:srgbClr val="B3262E"/>
            </a:solidFill>
            <a:prstDash val="solid"/>
          </a:ln>
        </p:spPr>
      </p:sp>
      <p:sp>
        <p:nvSpPr>
          <p:cNvPr id="13" name="cp_lgt0"/>
          <p:cNvSpPr txBox="1"/>
          <p:nvPr/>
        </p:nvSpPr>
        <p:spPr>
          <a:xfrm>
            <a:off x="97840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무기</a:t>
            </a:r>
            <a:endParaRPr lang="en-US" sz="1000" dirty="0"/>
          </a:p>
        </p:txBody>
      </p:sp>
      <p:sp>
        <p:nvSpPr>
          <p:cNvPr id="14" name="cp_lg1"/>
          <p:cNvSpPr/>
          <p:nvPr/>
        </p:nvSpPr>
        <p:spPr>
          <a:xfrm>
            <a:off x="150876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8EED6"/>
          </a:solidFill>
          <a:ln w="12700">
            <a:solidFill>
              <a:srgbClr val="C08A1E"/>
            </a:solidFill>
            <a:prstDash val="solid"/>
          </a:ln>
        </p:spPr>
      </p:sp>
      <p:sp>
        <p:nvSpPr>
          <p:cNvPr id="15" name="cp_lgt1"/>
          <p:cNvSpPr txBox="1"/>
          <p:nvPr/>
        </p:nvSpPr>
        <p:spPr>
          <a:xfrm>
            <a:off x="180136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패시브</a:t>
            </a:r>
            <a:endParaRPr lang="en-US" sz="1000" dirty="0"/>
          </a:p>
        </p:txBody>
      </p:sp>
      <p:sp>
        <p:nvSpPr>
          <p:cNvPr id="16" name="cp_lg2"/>
          <p:cNvSpPr/>
          <p:nvPr/>
        </p:nvSpPr>
        <p:spPr>
          <a:xfrm>
            <a:off x="233172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E2EAF5"/>
          </a:solidFill>
          <a:ln w="12700">
            <a:solidFill>
              <a:srgbClr val="3E6FB0"/>
            </a:solidFill>
            <a:prstDash val="solid"/>
          </a:ln>
        </p:spPr>
      </p:sp>
      <p:sp>
        <p:nvSpPr>
          <p:cNvPr id="17" name="cp_lgt2"/>
          <p:cNvSpPr txBox="1"/>
          <p:nvPr/>
        </p:nvSpPr>
        <p:spPr>
          <a:xfrm>
            <a:off x="262432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협동</a:t>
            </a:r>
            <a:endParaRPr lang="en-US" sz="1000" dirty="0"/>
          </a:p>
        </p:txBody>
      </p:sp>
      <p:sp>
        <p:nvSpPr>
          <p:cNvPr id="18" name="t_l00"/>
          <p:cNvSpPr/>
          <p:nvPr/>
        </p:nvSpPr>
        <p:spPr>
          <a:xfrm flipH="1">
            <a:off x="4892040" y="1847088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19" name="t_l10"/>
          <p:cNvSpPr/>
          <p:nvPr/>
        </p:nvSpPr>
        <p:spPr>
          <a:xfrm>
            <a:off x="4892040" y="2706624"/>
            <a:ext cx="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0" name="t_l20"/>
          <p:cNvSpPr/>
          <p:nvPr/>
        </p:nvSpPr>
        <p:spPr>
          <a:xfrm>
            <a:off x="4892040" y="3566160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1" name="t_l01"/>
          <p:cNvSpPr/>
          <p:nvPr/>
        </p:nvSpPr>
        <p:spPr>
          <a:xfrm>
            <a:off x="7635240" y="1847088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2" name="t_l11"/>
          <p:cNvSpPr/>
          <p:nvPr/>
        </p:nvSpPr>
        <p:spPr>
          <a:xfrm>
            <a:off x="7635240" y="2706624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3" name="t_l21"/>
          <p:cNvSpPr/>
          <p:nvPr/>
        </p:nvSpPr>
        <p:spPr>
          <a:xfrm>
            <a:off x="7635240" y="3566160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4" name="t_l02"/>
          <p:cNvSpPr/>
          <p:nvPr/>
        </p:nvSpPr>
        <p:spPr>
          <a:xfrm>
            <a:off x="7635240" y="1847088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5" name="t_l12"/>
          <p:cNvSpPr/>
          <p:nvPr/>
        </p:nvSpPr>
        <p:spPr>
          <a:xfrm>
            <a:off x="10378440" y="2706624"/>
            <a:ext cx="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6" name="t_l22"/>
          <p:cNvSpPr/>
          <p:nvPr/>
        </p:nvSpPr>
        <p:spPr>
          <a:xfrm flipH="1">
            <a:off x="7635240" y="3566160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7" name="t_l30"/>
          <p:cNvSpPr/>
          <p:nvPr/>
        </p:nvSpPr>
        <p:spPr>
          <a:xfrm flipH="1">
            <a:off x="62636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8" name="t_l40"/>
          <p:cNvSpPr/>
          <p:nvPr/>
        </p:nvSpPr>
        <p:spPr>
          <a:xfrm>
            <a:off x="62636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9" name="t_l31"/>
          <p:cNvSpPr/>
          <p:nvPr/>
        </p:nvSpPr>
        <p:spPr>
          <a:xfrm>
            <a:off x="76352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0" name="t_l41"/>
          <p:cNvSpPr/>
          <p:nvPr/>
        </p:nvSpPr>
        <p:spPr>
          <a:xfrm flipH="1">
            <a:off x="76352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1" name="t_root_box"/>
          <p:cNvSpPr/>
          <p:nvPr/>
        </p:nvSpPr>
        <p:spPr>
          <a:xfrm>
            <a:off x="5941314" y="118872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32" name="t_root_txt"/>
          <p:cNvSpPr txBox="1"/>
          <p:nvPr/>
        </p:nvSpPr>
        <p:spPr>
          <a:xfrm>
            <a:off x="6032754" y="118872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대감 입문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재화 획득 +5%</a:t>
            </a:r>
            <a:endParaRPr lang="en-US" sz="1200" dirty="0"/>
          </a:p>
        </p:txBody>
      </p:sp>
      <p:sp>
        <p:nvSpPr>
          <p:cNvPr id="33" name="t_A1_box"/>
          <p:cNvSpPr/>
          <p:nvPr/>
        </p:nvSpPr>
        <p:spPr>
          <a:xfrm>
            <a:off x="35890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4" name="t_A1_txt"/>
          <p:cNvSpPr txBox="1"/>
          <p:nvPr/>
        </p:nvSpPr>
        <p:spPr>
          <a:xfrm>
            <a:off x="36804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짙은 주사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부적 피해 +10%</a:t>
            </a:r>
            <a:endParaRPr lang="en-US" sz="1200" dirty="0"/>
          </a:p>
        </p:txBody>
      </p:sp>
      <p:sp>
        <p:nvSpPr>
          <p:cNvPr id="35" name="t_A2_box"/>
          <p:cNvSpPr/>
          <p:nvPr/>
        </p:nvSpPr>
        <p:spPr>
          <a:xfrm>
            <a:off x="35890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6" name="t_A2_txt"/>
          <p:cNvSpPr txBox="1"/>
          <p:nvPr/>
        </p:nvSpPr>
        <p:spPr>
          <a:xfrm>
            <a:off x="36804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관통 부적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부적 관통 +1</a:t>
            </a:r>
            <a:endParaRPr lang="en-US" sz="1200" dirty="0"/>
          </a:p>
        </p:txBody>
      </p:sp>
      <p:sp>
        <p:nvSpPr>
          <p:cNvPr id="37" name="t_B1_box"/>
          <p:cNvSpPr/>
          <p:nvPr/>
        </p:nvSpPr>
        <p:spPr>
          <a:xfrm>
            <a:off x="63322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38" name="t_B1_txt"/>
          <p:cNvSpPr txBox="1"/>
          <p:nvPr/>
        </p:nvSpPr>
        <p:spPr>
          <a:xfrm>
            <a:off x="64236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큰 폭발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낙인 폭발 범위 +25%</a:t>
            </a:r>
            <a:endParaRPr lang="en-US" sz="1200" dirty="0"/>
          </a:p>
        </p:txBody>
      </p:sp>
      <p:sp>
        <p:nvSpPr>
          <p:cNvPr id="39" name="t_B2_box"/>
          <p:cNvSpPr/>
          <p:nvPr/>
        </p:nvSpPr>
        <p:spPr>
          <a:xfrm>
            <a:off x="63322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40" name="t_B2_txt"/>
          <p:cNvSpPr txBox="1"/>
          <p:nvPr/>
        </p:nvSpPr>
        <p:spPr>
          <a:xfrm>
            <a:off x="64236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번지는 낙인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폭발에 맞은 원귀에 낙인이 옮겨감</a:t>
            </a:r>
            <a:endParaRPr lang="en-US" sz="1200" dirty="0"/>
          </a:p>
        </p:txBody>
      </p:sp>
      <p:sp>
        <p:nvSpPr>
          <p:cNvPr id="41" name="t_C1_box"/>
          <p:cNvSpPr/>
          <p:nvPr/>
        </p:nvSpPr>
        <p:spPr>
          <a:xfrm>
            <a:off x="90754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2" name="t_C1_txt"/>
          <p:cNvSpPr txBox="1"/>
          <p:nvPr/>
        </p:nvSpPr>
        <p:spPr>
          <a:xfrm>
            <a:off x="91668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대감의 몫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동료가 낙인 원귀 처치 시 둘 다 재화 +1</a:t>
            </a:r>
            <a:endParaRPr lang="en-US" sz="1200" dirty="0"/>
          </a:p>
        </p:txBody>
      </p:sp>
      <p:sp>
        <p:nvSpPr>
          <p:cNvPr id="43" name="t_C2_box"/>
          <p:cNvSpPr/>
          <p:nvPr/>
        </p:nvSpPr>
        <p:spPr>
          <a:xfrm>
            <a:off x="90754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4" name="t_C2_txt"/>
          <p:cNvSpPr txBox="1"/>
          <p:nvPr/>
        </p:nvSpPr>
        <p:spPr>
          <a:xfrm>
            <a:off x="91668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표적 공유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낙인 원귀에게 주는 동료 피해 +15%</a:t>
            </a:r>
            <a:endParaRPr lang="en-US" sz="1200" dirty="0"/>
          </a:p>
        </p:txBody>
      </p:sp>
      <p:sp>
        <p:nvSpPr>
          <p:cNvPr id="45" name="t_gate_box"/>
          <p:cNvSpPr/>
          <p:nvPr/>
        </p:nvSpPr>
        <p:spPr>
          <a:xfrm>
            <a:off x="5941314" y="3767328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6" name="t_gate_txt"/>
          <p:cNvSpPr txBox="1"/>
          <p:nvPr/>
        </p:nvSpPr>
        <p:spPr>
          <a:xfrm>
            <a:off x="6032754" y="3767328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붉은 인장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부적 3장마다 1장은 낙인 확정</a:t>
            </a:r>
            <a:endParaRPr lang="en-US" sz="1200" dirty="0"/>
          </a:p>
        </p:txBody>
      </p:sp>
      <p:sp>
        <p:nvSpPr>
          <p:cNvPr id="47" name="t_D0_box"/>
          <p:cNvSpPr/>
          <p:nvPr/>
        </p:nvSpPr>
        <p:spPr>
          <a:xfrm>
            <a:off x="49377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8" name="t_D0_txt"/>
          <p:cNvSpPr txBox="1"/>
          <p:nvPr/>
        </p:nvSpPr>
        <p:spPr>
          <a:xfrm>
            <a:off x="50292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재물 욕심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낙인 원귀 처치 시 경험치 구슬 추가</a:t>
            </a:r>
            <a:endParaRPr lang="en-US" sz="1200" dirty="0"/>
          </a:p>
        </p:txBody>
      </p:sp>
      <p:sp>
        <p:nvSpPr>
          <p:cNvPr id="49" name="t_D1_box"/>
          <p:cNvSpPr/>
          <p:nvPr/>
        </p:nvSpPr>
        <p:spPr>
          <a:xfrm>
            <a:off x="76809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0" name="t_D1_txt"/>
          <p:cNvSpPr txBox="1"/>
          <p:nvPr/>
        </p:nvSpPr>
        <p:spPr>
          <a:xfrm>
            <a:off x="77724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액막이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낙인 폭발에 맞은 원귀 2초 둔화</a:t>
            </a:r>
            <a:endParaRPr lang="en-US" sz="1200" dirty="0"/>
          </a:p>
        </p:txBody>
      </p:sp>
      <p:sp>
        <p:nvSpPr>
          <p:cNvPr id="51" name="t_cap_box"/>
          <p:cNvSpPr/>
          <p:nvPr/>
        </p:nvSpPr>
        <p:spPr>
          <a:xfrm>
            <a:off x="5941314" y="548640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2" name="t_cap_txt"/>
          <p:cNvSpPr txBox="1"/>
          <p:nvPr/>
        </p:nvSpPr>
        <p:spPr>
          <a:xfrm>
            <a:off x="6032754" y="548640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대감 강림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20초 동안 모든 부적이 낙인 (재사용 60초)</a:t>
            </a:r>
            <a:endParaRPr lang="en-US" sz="1200" dirty="0"/>
          </a:p>
        </p:txBody>
      </p:sp>
      <p:sp>
        <p:nvSpPr>
          <p:cNvPr id="53" name="t_pick1_bg"/>
          <p:cNvSpPr/>
          <p:nvPr/>
        </p:nvSpPr>
        <p:spPr>
          <a:xfrm>
            <a:off x="7333488" y="1819656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_pick1"/>
          <p:cNvSpPr txBox="1"/>
          <p:nvPr/>
        </p:nvSpPr>
        <p:spPr>
          <a:xfrm>
            <a:off x="7333488" y="181965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55" name="t_pick2_bg"/>
          <p:cNvSpPr/>
          <p:nvPr/>
        </p:nvSpPr>
        <p:spPr>
          <a:xfrm>
            <a:off x="7333488" y="4398264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_pick2"/>
          <p:cNvSpPr txBox="1"/>
          <p:nvPr/>
        </p:nvSpPr>
        <p:spPr>
          <a:xfrm>
            <a:off x="7333488" y="439826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박규혁 · 스킬 트리</a:t>
            </a:r>
            <a:endParaRPr lang="en-US" sz="3000" dirty="0"/>
          </a:p>
        </p:txBody>
      </p:sp>
      <p:sp>
        <p:nvSpPr>
          <p:cNvPr id="3" name="cp_bg"/>
          <p:cNvSpPr/>
          <p:nvPr/>
        </p:nvSpPr>
        <p:spPr>
          <a:xfrm>
            <a:off x="457200" y="1188720"/>
            <a:ext cx="2834640" cy="5074920"/>
          </a:xfrm>
          <a:prstGeom prst="roundRect">
            <a:avLst>
              <a:gd name="adj" fmla="val 3226"/>
            </a:avLst>
          </a:prstGeom>
          <a:solidFill>
            <a:srgbClr val="0E1A33"/>
          </a:solidFill>
          <a:ln/>
        </p:spPr>
      </p:sp>
      <p:pic>
        <p:nvPicPr>
          <p:cNvPr id="4" name="cp_spr" descr="/tmp/claude-0/-home-claude/d5f48452-305e-51fe-9a7c-9dfa0c30073e/scratchpad/deck/a/ParkKyuhyu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649" y="1325880"/>
            <a:ext cx="1045741" cy="1554480"/>
          </a:xfrm>
          <a:prstGeom prst="rect">
            <a:avLst/>
          </a:prstGeom>
        </p:spPr>
      </p:pic>
      <p:sp>
        <p:nvSpPr>
          <p:cNvPr id="5" name="cp_name"/>
          <p:cNvSpPr txBox="1"/>
          <p:nvPr/>
        </p:nvSpPr>
        <p:spPr>
          <a:xfrm>
            <a:off x="68580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박규혁</a:t>
            </a:r>
            <a:endParaRPr lang="en-US" sz="2200" dirty="0"/>
          </a:p>
        </p:txBody>
      </p:sp>
      <p:sp>
        <p:nvSpPr>
          <p:cNvPr id="6" name="cp_k0"/>
          <p:cNvSpPr txBox="1"/>
          <p:nvPr/>
        </p:nvSpPr>
        <p:spPr>
          <a:xfrm>
            <a:off x="685800" y="3520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모시는 신</a:t>
            </a:r>
            <a:endParaRPr lang="en-US" sz="1100" dirty="0"/>
          </a:p>
        </p:txBody>
      </p:sp>
      <p:sp>
        <p:nvSpPr>
          <p:cNvPr id="7" name="cp_v0"/>
          <p:cNvSpPr txBox="1"/>
          <p:nvPr/>
        </p:nvSpPr>
        <p:spPr>
          <a:xfrm>
            <a:off x="685800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장군신</a:t>
            </a:r>
            <a:endParaRPr lang="en-US" sz="1200" dirty="0"/>
          </a:p>
        </p:txBody>
      </p:sp>
      <p:sp>
        <p:nvSpPr>
          <p:cNvPr id="8" name="cp_k1"/>
          <p:cNvSpPr txBox="1"/>
          <p:nvPr/>
        </p:nvSpPr>
        <p:spPr>
          <a:xfrm>
            <a:off x="685800" y="4187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무기</a:t>
            </a:r>
            <a:endParaRPr lang="en-US" sz="1100" dirty="0"/>
          </a:p>
        </p:txBody>
      </p:sp>
      <p:sp>
        <p:nvSpPr>
          <p:cNvPr id="9" name="cp_v1"/>
          <p:cNvSpPr txBox="1"/>
          <p:nvPr/>
        </p:nvSpPr>
        <p:spPr>
          <a:xfrm>
            <a:off x="685800" y="4434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삼지창 (근거리 · 단일)</a:t>
            </a:r>
            <a:endParaRPr lang="en-US" sz="1200" dirty="0"/>
          </a:p>
        </p:txBody>
      </p:sp>
      <p:sp>
        <p:nvSpPr>
          <p:cNvPr id="10" name="cp_k2"/>
          <p:cNvSpPr txBox="1"/>
          <p:nvPr/>
        </p:nvSpPr>
        <p:spPr>
          <a:xfrm>
            <a:off x="685800" y="48554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고유 패시브</a:t>
            </a:r>
            <a:endParaRPr lang="en-US" sz="1100" dirty="0"/>
          </a:p>
        </p:txBody>
      </p:sp>
      <p:sp>
        <p:nvSpPr>
          <p:cNvPr id="11" name="cp_v2"/>
          <p:cNvSpPr txBox="1"/>
          <p:nvPr/>
        </p:nvSpPr>
        <p:spPr>
          <a:xfrm>
            <a:off x="685800" y="510235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사슬세우기: 2초 동안 제자리에 서 있으면 주변 원귀를 끌어당김</a:t>
            </a:r>
            <a:endParaRPr lang="en-US" sz="1200" dirty="0"/>
          </a:p>
        </p:txBody>
      </p:sp>
      <p:sp>
        <p:nvSpPr>
          <p:cNvPr id="12" name="cp_lg0"/>
          <p:cNvSpPr/>
          <p:nvPr/>
        </p:nvSpPr>
        <p:spPr>
          <a:xfrm>
            <a:off x="68580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6E3E4"/>
          </a:solidFill>
          <a:ln w="12700">
            <a:solidFill>
              <a:srgbClr val="B3262E"/>
            </a:solidFill>
            <a:prstDash val="solid"/>
          </a:ln>
        </p:spPr>
      </p:sp>
      <p:sp>
        <p:nvSpPr>
          <p:cNvPr id="13" name="cp_lgt0"/>
          <p:cNvSpPr txBox="1"/>
          <p:nvPr/>
        </p:nvSpPr>
        <p:spPr>
          <a:xfrm>
            <a:off x="97840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무기</a:t>
            </a:r>
            <a:endParaRPr lang="en-US" sz="1000" dirty="0"/>
          </a:p>
        </p:txBody>
      </p:sp>
      <p:sp>
        <p:nvSpPr>
          <p:cNvPr id="14" name="cp_lg1"/>
          <p:cNvSpPr/>
          <p:nvPr/>
        </p:nvSpPr>
        <p:spPr>
          <a:xfrm>
            <a:off x="150876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8EED6"/>
          </a:solidFill>
          <a:ln w="12700">
            <a:solidFill>
              <a:srgbClr val="C08A1E"/>
            </a:solidFill>
            <a:prstDash val="solid"/>
          </a:ln>
        </p:spPr>
      </p:sp>
      <p:sp>
        <p:nvSpPr>
          <p:cNvPr id="15" name="cp_lgt1"/>
          <p:cNvSpPr txBox="1"/>
          <p:nvPr/>
        </p:nvSpPr>
        <p:spPr>
          <a:xfrm>
            <a:off x="180136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패시브</a:t>
            </a:r>
            <a:endParaRPr lang="en-US" sz="1000" dirty="0"/>
          </a:p>
        </p:txBody>
      </p:sp>
      <p:sp>
        <p:nvSpPr>
          <p:cNvPr id="16" name="cp_lg2"/>
          <p:cNvSpPr/>
          <p:nvPr/>
        </p:nvSpPr>
        <p:spPr>
          <a:xfrm>
            <a:off x="233172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E2EAF5"/>
          </a:solidFill>
          <a:ln w="12700">
            <a:solidFill>
              <a:srgbClr val="3E6FB0"/>
            </a:solidFill>
            <a:prstDash val="solid"/>
          </a:ln>
        </p:spPr>
      </p:sp>
      <p:sp>
        <p:nvSpPr>
          <p:cNvPr id="17" name="cp_lgt2"/>
          <p:cNvSpPr txBox="1"/>
          <p:nvPr/>
        </p:nvSpPr>
        <p:spPr>
          <a:xfrm>
            <a:off x="262432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협동</a:t>
            </a:r>
            <a:endParaRPr lang="en-US" sz="1000" dirty="0"/>
          </a:p>
        </p:txBody>
      </p:sp>
      <p:sp>
        <p:nvSpPr>
          <p:cNvPr id="18" name="t_l00"/>
          <p:cNvSpPr/>
          <p:nvPr/>
        </p:nvSpPr>
        <p:spPr>
          <a:xfrm flipH="1">
            <a:off x="4892040" y="1847088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19" name="t_l10"/>
          <p:cNvSpPr/>
          <p:nvPr/>
        </p:nvSpPr>
        <p:spPr>
          <a:xfrm>
            <a:off x="4892040" y="2706624"/>
            <a:ext cx="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0" name="t_l20"/>
          <p:cNvSpPr/>
          <p:nvPr/>
        </p:nvSpPr>
        <p:spPr>
          <a:xfrm>
            <a:off x="4892040" y="3566160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1" name="t_l01"/>
          <p:cNvSpPr/>
          <p:nvPr/>
        </p:nvSpPr>
        <p:spPr>
          <a:xfrm>
            <a:off x="7635240" y="1847088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2" name="t_l11"/>
          <p:cNvSpPr/>
          <p:nvPr/>
        </p:nvSpPr>
        <p:spPr>
          <a:xfrm>
            <a:off x="7635240" y="2706624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3" name="t_l21"/>
          <p:cNvSpPr/>
          <p:nvPr/>
        </p:nvSpPr>
        <p:spPr>
          <a:xfrm>
            <a:off x="7635240" y="3566160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4" name="t_l02"/>
          <p:cNvSpPr/>
          <p:nvPr/>
        </p:nvSpPr>
        <p:spPr>
          <a:xfrm>
            <a:off x="7635240" y="1847088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5" name="t_l12"/>
          <p:cNvSpPr/>
          <p:nvPr/>
        </p:nvSpPr>
        <p:spPr>
          <a:xfrm>
            <a:off x="10378440" y="2706624"/>
            <a:ext cx="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6" name="t_l22"/>
          <p:cNvSpPr/>
          <p:nvPr/>
        </p:nvSpPr>
        <p:spPr>
          <a:xfrm flipH="1">
            <a:off x="7635240" y="3566160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7" name="t_l30"/>
          <p:cNvSpPr/>
          <p:nvPr/>
        </p:nvSpPr>
        <p:spPr>
          <a:xfrm flipH="1">
            <a:off x="62636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8" name="t_l40"/>
          <p:cNvSpPr/>
          <p:nvPr/>
        </p:nvSpPr>
        <p:spPr>
          <a:xfrm>
            <a:off x="62636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9" name="t_l31"/>
          <p:cNvSpPr/>
          <p:nvPr/>
        </p:nvSpPr>
        <p:spPr>
          <a:xfrm>
            <a:off x="76352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0" name="t_l41"/>
          <p:cNvSpPr/>
          <p:nvPr/>
        </p:nvSpPr>
        <p:spPr>
          <a:xfrm flipH="1">
            <a:off x="76352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1" name="t_root_box"/>
          <p:cNvSpPr/>
          <p:nvPr/>
        </p:nvSpPr>
        <p:spPr>
          <a:xfrm>
            <a:off x="5941314" y="118872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32" name="t_root_txt"/>
          <p:cNvSpPr txBox="1"/>
          <p:nvPr/>
        </p:nvSpPr>
        <p:spPr>
          <a:xfrm>
            <a:off x="6032754" y="118872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장군 입문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방어 +1</a:t>
            </a:r>
            <a:endParaRPr lang="en-US" sz="1200" dirty="0"/>
          </a:p>
        </p:txBody>
      </p:sp>
      <p:sp>
        <p:nvSpPr>
          <p:cNvPr id="33" name="t_A1_box"/>
          <p:cNvSpPr/>
          <p:nvPr/>
        </p:nvSpPr>
        <p:spPr>
          <a:xfrm>
            <a:off x="35890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4" name="t_A1_txt"/>
          <p:cNvSpPr txBox="1"/>
          <p:nvPr/>
        </p:nvSpPr>
        <p:spPr>
          <a:xfrm>
            <a:off x="36804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무거운 찌르기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찌르기 피해 +10%</a:t>
            </a:r>
            <a:endParaRPr lang="en-US" sz="1200" dirty="0"/>
          </a:p>
        </p:txBody>
      </p:sp>
      <p:sp>
        <p:nvSpPr>
          <p:cNvPr id="35" name="t_A2_box"/>
          <p:cNvSpPr/>
          <p:nvPr/>
        </p:nvSpPr>
        <p:spPr>
          <a:xfrm>
            <a:off x="35890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6" name="t_A2_txt"/>
          <p:cNvSpPr txBox="1"/>
          <p:nvPr/>
        </p:nvSpPr>
        <p:spPr>
          <a:xfrm>
            <a:off x="36804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세 갈래 찌르기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찌르기 관통 +1</a:t>
            </a:r>
            <a:endParaRPr lang="en-US" sz="1200" dirty="0"/>
          </a:p>
        </p:txBody>
      </p:sp>
      <p:sp>
        <p:nvSpPr>
          <p:cNvPr id="37" name="t_B1_box"/>
          <p:cNvSpPr/>
          <p:nvPr/>
        </p:nvSpPr>
        <p:spPr>
          <a:xfrm>
            <a:off x="63322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38" name="t_B1_txt"/>
          <p:cNvSpPr txBox="1"/>
          <p:nvPr/>
        </p:nvSpPr>
        <p:spPr>
          <a:xfrm>
            <a:off x="64236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빠른 세우기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발동 시간 2초 → 1.5초</a:t>
            </a:r>
            <a:endParaRPr lang="en-US" sz="1200" dirty="0"/>
          </a:p>
        </p:txBody>
      </p:sp>
      <p:sp>
        <p:nvSpPr>
          <p:cNvPr id="39" name="t_B2_box"/>
          <p:cNvSpPr/>
          <p:nvPr/>
        </p:nvSpPr>
        <p:spPr>
          <a:xfrm>
            <a:off x="63322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40" name="t_B2_txt"/>
          <p:cNvSpPr txBox="1"/>
          <p:nvPr/>
        </p:nvSpPr>
        <p:spPr>
          <a:xfrm>
            <a:off x="64236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넓은 위엄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끌어당기는 범위 +30%</a:t>
            </a:r>
            <a:endParaRPr lang="en-US" sz="1200" dirty="0"/>
          </a:p>
        </p:txBody>
      </p:sp>
      <p:sp>
        <p:nvSpPr>
          <p:cNvPr id="41" name="t_C1_box"/>
          <p:cNvSpPr/>
          <p:nvPr/>
        </p:nvSpPr>
        <p:spPr>
          <a:xfrm>
            <a:off x="90754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2" name="t_C1_txt"/>
          <p:cNvSpPr txBox="1"/>
          <p:nvPr/>
        </p:nvSpPr>
        <p:spPr>
          <a:xfrm>
            <a:off x="91668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방패막이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세우는 동안 근처 동료 받는 피해 -15%</a:t>
            </a:r>
            <a:endParaRPr lang="en-US" sz="1200" dirty="0"/>
          </a:p>
        </p:txBody>
      </p:sp>
      <p:sp>
        <p:nvSpPr>
          <p:cNvPr id="43" name="t_C2_box"/>
          <p:cNvSpPr/>
          <p:nvPr/>
        </p:nvSpPr>
        <p:spPr>
          <a:xfrm>
            <a:off x="90754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4" name="t_C2_txt"/>
          <p:cNvSpPr txBox="1"/>
          <p:nvPr/>
        </p:nvSpPr>
        <p:spPr>
          <a:xfrm>
            <a:off x="91668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몰이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끌려온 원귀가 동료에게 받는 피해 +15%</a:t>
            </a:r>
            <a:endParaRPr lang="en-US" sz="1200" dirty="0"/>
          </a:p>
        </p:txBody>
      </p:sp>
      <p:sp>
        <p:nvSpPr>
          <p:cNvPr id="45" name="t_gate_box"/>
          <p:cNvSpPr/>
          <p:nvPr/>
        </p:nvSpPr>
        <p:spPr>
          <a:xfrm>
            <a:off x="5941314" y="3767328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6" name="t_gate_txt"/>
          <p:cNvSpPr txBox="1"/>
          <p:nvPr/>
        </p:nvSpPr>
        <p:spPr>
          <a:xfrm>
            <a:off x="6032754" y="3767328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장군 위엄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세우는 동안 받는 피해 -25%</a:t>
            </a:r>
            <a:endParaRPr lang="en-US" sz="1200" dirty="0"/>
          </a:p>
        </p:txBody>
      </p:sp>
      <p:sp>
        <p:nvSpPr>
          <p:cNvPr id="47" name="t_D0_box"/>
          <p:cNvSpPr/>
          <p:nvPr/>
        </p:nvSpPr>
        <p:spPr>
          <a:xfrm>
            <a:off x="49377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8" name="t_D0_txt"/>
          <p:cNvSpPr txBox="1"/>
          <p:nvPr/>
        </p:nvSpPr>
        <p:spPr>
          <a:xfrm>
            <a:off x="50292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사슬 휘두르기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세우기가 끝날 때 주변 원귀 넉백 + 피해</a:t>
            </a:r>
            <a:endParaRPr lang="en-US" sz="1200" dirty="0"/>
          </a:p>
        </p:txBody>
      </p:sp>
      <p:sp>
        <p:nvSpPr>
          <p:cNvPr id="49" name="t_D1_box"/>
          <p:cNvSpPr/>
          <p:nvPr/>
        </p:nvSpPr>
        <p:spPr>
          <a:xfrm>
            <a:off x="76809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0" name="t_D1_txt"/>
          <p:cNvSpPr txBox="1"/>
          <p:nvPr/>
        </p:nvSpPr>
        <p:spPr>
          <a:xfrm>
            <a:off x="77724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굳건한 장군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세우는 동안 체력 재생</a:t>
            </a:r>
            <a:endParaRPr lang="en-US" sz="1200" dirty="0"/>
          </a:p>
        </p:txBody>
      </p:sp>
      <p:sp>
        <p:nvSpPr>
          <p:cNvPr id="51" name="t_cap_box"/>
          <p:cNvSpPr/>
          <p:nvPr/>
        </p:nvSpPr>
        <p:spPr>
          <a:xfrm>
            <a:off x="5941314" y="548640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2" name="t_cap_txt"/>
          <p:cNvSpPr txBox="1"/>
          <p:nvPr/>
        </p:nvSpPr>
        <p:spPr>
          <a:xfrm>
            <a:off x="6032754" y="548640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장군 강림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8초 동안 끌어당김 범위 2배 (재사용 45초)</a:t>
            </a:r>
            <a:endParaRPr lang="en-US" sz="1200" dirty="0"/>
          </a:p>
        </p:txBody>
      </p:sp>
      <p:sp>
        <p:nvSpPr>
          <p:cNvPr id="53" name="t_pick1_bg"/>
          <p:cNvSpPr/>
          <p:nvPr/>
        </p:nvSpPr>
        <p:spPr>
          <a:xfrm>
            <a:off x="7333488" y="1819656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_pick1"/>
          <p:cNvSpPr txBox="1"/>
          <p:nvPr/>
        </p:nvSpPr>
        <p:spPr>
          <a:xfrm>
            <a:off x="7333488" y="181965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55" name="t_pick2_bg"/>
          <p:cNvSpPr/>
          <p:nvPr/>
        </p:nvSpPr>
        <p:spPr>
          <a:xfrm>
            <a:off x="7333488" y="4398264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_pick2"/>
          <p:cNvSpPr txBox="1"/>
          <p:nvPr/>
        </p:nvSpPr>
        <p:spPr>
          <a:xfrm>
            <a:off x="7333488" y="439826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이아라 · 스킬 트리</a:t>
            </a:r>
            <a:endParaRPr lang="en-US" sz="3000" dirty="0"/>
          </a:p>
        </p:txBody>
      </p:sp>
      <p:sp>
        <p:nvSpPr>
          <p:cNvPr id="3" name="cp_bg"/>
          <p:cNvSpPr/>
          <p:nvPr/>
        </p:nvSpPr>
        <p:spPr>
          <a:xfrm>
            <a:off x="457200" y="1188720"/>
            <a:ext cx="2834640" cy="5074920"/>
          </a:xfrm>
          <a:prstGeom prst="roundRect">
            <a:avLst>
              <a:gd name="adj" fmla="val 3226"/>
            </a:avLst>
          </a:prstGeom>
          <a:solidFill>
            <a:srgbClr val="0E1A33"/>
          </a:solidFill>
          <a:ln/>
        </p:spPr>
      </p:sp>
      <p:pic>
        <p:nvPicPr>
          <p:cNvPr id="4" name="cp_spr" descr="/tmp/claude-0/-home-claude/d5f48452-305e-51fe-9a7c-9dfa0c30073e/scratchpad/deck/a/Lee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1445" y="1325880"/>
            <a:ext cx="746150" cy="1554480"/>
          </a:xfrm>
          <a:prstGeom prst="rect">
            <a:avLst/>
          </a:prstGeom>
        </p:spPr>
      </p:pic>
      <p:sp>
        <p:nvSpPr>
          <p:cNvPr id="5" name="cp_name"/>
          <p:cNvSpPr txBox="1"/>
          <p:nvPr/>
        </p:nvSpPr>
        <p:spPr>
          <a:xfrm>
            <a:off x="68580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이아라</a:t>
            </a:r>
            <a:endParaRPr lang="en-US" sz="2200" dirty="0"/>
          </a:p>
        </p:txBody>
      </p:sp>
      <p:sp>
        <p:nvSpPr>
          <p:cNvPr id="6" name="cp_k0"/>
          <p:cNvSpPr txBox="1"/>
          <p:nvPr/>
        </p:nvSpPr>
        <p:spPr>
          <a:xfrm>
            <a:off x="685800" y="3520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모시는 신</a:t>
            </a:r>
            <a:endParaRPr lang="en-US" sz="1100" dirty="0"/>
          </a:p>
        </p:txBody>
      </p:sp>
      <p:sp>
        <p:nvSpPr>
          <p:cNvPr id="7" name="cp_v0"/>
          <p:cNvSpPr txBox="1"/>
          <p:nvPr/>
        </p:nvSpPr>
        <p:spPr>
          <a:xfrm>
            <a:off x="685800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칠성신</a:t>
            </a:r>
            <a:endParaRPr lang="en-US" sz="1200" dirty="0"/>
          </a:p>
        </p:txBody>
      </p:sp>
      <p:sp>
        <p:nvSpPr>
          <p:cNvPr id="8" name="cp_k1"/>
          <p:cNvSpPr txBox="1"/>
          <p:nvPr/>
        </p:nvSpPr>
        <p:spPr>
          <a:xfrm>
            <a:off x="685800" y="4187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무기</a:t>
            </a:r>
            <a:endParaRPr lang="en-US" sz="1100" dirty="0"/>
          </a:p>
        </p:txBody>
      </p:sp>
      <p:sp>
        <p:nvSpPr>
          <p:cNvPr id="9" name="cp_v1"/>
          <p:cNvSpPr txBox="1"/>
          <p:nvPr/>
        </p:nvSpPr>
        <p:spPr>
          <a:xfrm>
            <a:off x="685800" y="4434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신칼 (원거리 · 단일)</a:t>
            </a:r>
            <a:endParaRPr lang="en-US" sz="1200" dirty="0"/>
          </a:p>
        </p:txBody>
      </p:sp>
      <p:sp>
        <p:nvSpPr>
          <p:cNvPr id="10" name="cp_k2"/>
          <p:cNvSpPr txBox="1"/>
          <p:nvPr/>
        </p:nvSpPr>
        <p:spPr>
          <a:xfrm>
            <a:off x="685800" y="48554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고유 패시브</a:t>
            </a:r>
            <a:endParaRPr lang="en-US" sz="1100" dirty="0"/>
          </a:p>
        </p:txBody>
      </p:sp>
      <p:sp>
        <p:nvSpPr>
          <p:cNvPr id="11" name="cp_v2"/>
          <p:cNvSpPr txBox="1"/>
          <p:nvPr/>
        </p:nvSpPr>
        <p:spPr>
          <a:xfrm>
            <a:off x="685800" y="510235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칠성 점괘: 7번째 공격마다 별빛, 동료의 다음 공격 치명타 확정</a:t>
            </a:r>
            <a:endParaRPr lang="en-US" sz="1200" dirty="0"/>
          </a:p>
        </p:txBody>
      </p:sp>
      <p:sp>
        <p:nvSpPr>
          <p:cNvPr id="12" name="cp_lg0"/>
          <p:cNvSpPr/>
          <p:nvPr/>
        </p:nvSpPr>
        <p:spPr>
          <a:xfrm>
            <a:off x="68580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6E3E4"/>
          </a:solidFill>
          <a:ln w="12700">
            <a:solidFill>
              <a:srgbClr val="B3262E"/>
            </a:solidFill>
            <a:prstDash val="solid"/>
          </a:ln>
        </p:spPr>
      </p:sp>
      <p:sp>
        <p:nvSpPr>
          <p:cNvPr id="13" name="cp_lgt0"/>
          <p:cNvSpPr txBox="1"/>
          <p:nvPr/>
        </p:nvSpPr>
        <p:spPr>
          <a:xfrm>
            <a:off x="97840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무기</a:t>
            </a:r>
            <a:endParaRPr lang="en-US" sz="1000" dirty="0"/>
          </a:p>
        </p:txBody>
      </p:sp>
      <p:sp>
        <p:nvSpPr>
          <p:cNvPr id="14" name="cp_lg1"/>
          <p:cNvSpPr/>
          <p:nvPr/>
        </p:nvSpPr>
        <p:spPr>
          <a:xfrm>
            <a:off x="150876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8EED6"/>
          </a:solidFill>
          <a:ln w="12700">
            <a:solidFill>
              <a:srgbClr val="C08A1E"/>
            </a:solidFill>
            <a:prstDash val="solid"/>
          </a:ln>
        </p:spPr>
      </p:sp>
      <p:sp>
        <p:nvSpPr>
          <p:cNvPr id="15" name="cp_lgt1"/>
          <p:cNvSpPr txBox="1"/>
          <p:nvPr/>
        </p:nvSpPr>
        <p:spPr>
          <a:xfrm>
            <a:off x="180136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패시브</a:t>
            </a:r>
            <a:endParaRPr lang="en-US" sz="1000" dirty="0"/>
          </a:p>
        </p:txBody>
      </p:sp>
      <p:sp>
        <p:nvSpPr>
          <p:cNvPr id="16" name="cp_lg2"/>
          <p:cNvSpPr/>
          <p:nvPr/>
        </p:nvSpPr>
        <p:spPr>
          <a:xfrm>
            <a:off x="233172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E2EAF5"/>
          </a:solidFill>
          <a:ln w="12700">
            <a:solidFill>
              <a:srgbClr val="3E6FB0"/>
            </a:solidFill>
            <a:prstDash val="solid"/>
          </a:ln>
        </p:spPr>
      </p:sp>
      <p:sp>
        <p:nvSpPr>
          <p:cNvPr id="17" name="cp_lgt2"/>
          <p:cNvSpPr txBox="1"/>
          <p:nvPr/>
        </p:nvSpPr>
        <p:spPr>
          <a:xfrm>
            <a:off x="262432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협동</a:t>
            </a:r>
            <a:endParaRPr lang="en-US" sz="1000" dirty="0"/>
          </a:p>
        </p:txBody>
      </p:sp>
      <p:sp>
        <p:nvSpPr>
          <p:cNvPr id="18" name="t_l00"/>
          <p:cNvSpPr/>
          <p:nvPr/>
        </p:nvSpPr>
        <p:spPr>
          <a:xfrm flipH="1">
            <a:off x="4892040" y="1847088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19" name="t_l10"/>
          <p:cNvSpPr/>
          <p:nvPr/>
        </p:nvSpPr>
        <p:spPr>
          <a:xfrm>
            <a:off x="4892040" y="2706624"/>
            <a:ext cx="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0" name="t_l20"/>
          <p:cNvSpPr/>
          <p:nvPr/>
        </p:nvSpPr>
        <p:spPr>
          <a:xfrm>
            <a:off x="4892040" y="3566160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1" name="t_l01"/>
          <p:cNvSpPr/>
          <p:nvPr/>
        </p:nvSpPr>
        <p:spPr>
          <a:xfrm>
            <a:off x="7635240" y="1847088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2" name="t_l11"/>
          <p:cNvSpPr/>
          <p:nvPr/>
        </p:nvSpPr>
        <p:spPr>
          <a:xfrm>
            <a:off x="7635240" y="2706624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3" name="t_l21"/>
          <p:cNvSpPr/>
          <p:nvPr/>
        </p:nvSpPr>
        <p:spPr>
          <a:xfrm>
            <a:off x="7635240" y="3566160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4" name="t_l02"/>
          <p:cNvSpPr/>
          <p:nvPr/>
        </p:nvSpPr>
        <p:spPr>
          <a:xfrm>
            <a:off x="7635240" y="1847088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5" name="t_l12"/>
          <p:cNvSpPr/>
          <p:nvPr/>
        </p:nvSpPr>
        <p:spPr>
          <a:xfrm>
            <a:off x="10378440" y="2706624"/>
            <a:ext cx="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6" name="t_l22"/>
          <p:cNvSpPr/>
          <p:nvPr/>
        </p:nvSpPr>
        <p:spPr>
          <a:xfrm flipH="1">
            <a:off x="7635240" y="3566160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7" name="t_l30"/>
          <p:cNvSpPr/>
          <p:nvPr/>
        </p:nvSpPr>
        <p:spPr>
          <a:xfrm flipH="1">
            <a:off x="62636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8" name="t_l40"/>
          <p:cNvSpPr/>
          <p:nvPr/>
        </p:nvSpPr>
        <p:spPr>
          <a:xfrm>
            <a:off x="62636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9" name="t_l31"/>
          <p:cNvSpPr/>
          <p:nvPr/>
        </p:nvSpPr>
        <p:spPr>
          <a:xfrm>
            <a:off x="76352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0" name="t_l41"/>
          <p:cNvSpPr/>
          <p:nvPr/>
        </p:nvSpPr>
        <p:spPr>
          <a:xfrm flipH="1">
            <a:off x="76352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1" name="t_root_box"/>
          <p:cNvSpPr/>
          <p:nvPr/>
        </p:nvSpPr>
        <p:spPr>
          <a:xfrm>
            <a:off x="5941314" y="118872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32" name="t_root_txt"/>
          <p:cNvSpPr txBox="1"/>
          <p:nvPr/>
        </p:nvSpPr>
        <p:spPr>
          <a:xfrm>
            <a:off x="6032754" y="118872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칠성 입문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치명타 확률 +3%</a:t>
            </a:r>
            <a:endParaRPr lang="en-US" sz="1200" dirty="0"/>
          </a:p>
        </p:txBody>
      </p:sp>
      <p:sp>
        <p:nvSpPr>
          <p:cNvPr id="33" name="t_A1_box"/>
          <p:cNvSpPr/>
          <p:nvPr/>
        </p:nvSpPr>
        <p:spPr>
          <a:xfrm>
            <a:off x="35890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4" name="t_A1_txt"/>
          <p:cNvSpPr txBox="1"/>
          <p:nvPr/>
        </p:nvSpPr>
        <p:spPr>
          <a:xfrm>
            <a:off x="36804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예리한 신칼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신칼 피해 +10%</a:t>
            </a:r>
            <a:endParaRPr lang="en-US" sz="1200" dirty="0"/>
          </a:p>
        </p:txBody>
      </p:sp>
      <p:sp>
        <p:nvSpPr>
          <p:cNvPr id="35" name="t_A2_box"/>
          <p:cNvSpPr/>
          <p:nvPr/>
        </p:nvSpPr>
        <p:spPr>
          <a:xfrm>
            <a:off x="35890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6" name="t_A2_txt"/>
          <p:cNvSpPr txBox="1"/>
          <p:nvPr/>
        </p:nvSpPr>
        <p:spPr>
          <a:xfrm>
            <a:off x="36804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돌아오는 신칼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던진 신칼이 돌아오며 한 번 더 타격</a:t>
            </a:r>
            <a:endParaRPr lang="en-US" sz="1200" dirty="0"/>
          </a:p>
        </p:txBody>
      </p:sp>
      <p:sp>
        <p:nvSpPr>
          <p:cNvPr id="37" name="t_B1_box"/>
          <p:cNvSpPr/>
          <p:nvPr/>
        </p:nvSpPr>
        <p:spPr>
          <a:xfrm>
            <a:off x="63322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38" name="t_B1_txt"/>
          <p:cNvSpPr txBox="1"/>
          <p:nvPr/>
        </p:nvSpPr>
        <p:spPr>
          <a:xfrm>
            <a:off x="64236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빠른 점괘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별빛 발동: 7번째 → 6번째 공격</a:t>
            </a:r>
            <a:endParaRPr lang="en-US" sz="1200" dirty="0"/>
          </a:p>
        </p:txBody>
      </p:sp>
      <p:sp>
        <p:nvSpPr>
          <p:cNvPr id="39" name="t_B2_box"/>
          <p:cNvSpPr/>
          <p:nvPr/>
        </p:nvSpPr>
        <p:spPr>
          <a:xfrm>
            <a:off x="63322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40" name="t_B2_txt"/>
          <p:cNvSpPr txBox="1"/>
          <p:nvPr/>
        </p:nvSpPr>
        <p:spPr>
          <a:xfrm>
            <a:off x="64236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큰 별빛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별빛 치명타 피해 +50%</a:t>
            </a:r>
            <a:endParaRPr lang="en-US" sz="1200" dirty="0"/>
          </a:p>
        </p:txBody>
      </p:sp>
      <p:sp>
        <p:nvSpPr>
          <p:cNvPr id="41" name="t_C1_box"/>
          <p:cNvSpPr/>
          <p:nvPr/>
        </p:nvSpPr>
        <p:spPr>
          <a:xfrm>
            <a:off x="90754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2" name="t_C1_txt"/>
          <p:cNvSpPr txBox="1"/>
          <p:nvPr/>
        </p:nvSpPr>
        <p:spPr>
          <a:xfrm>
            <a:off x="91668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겹별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별빛이 동료의 다음 2번 공격에 적용</a:t>
            </a:r>
            <a:endParaRPr lang="en-US" sz="1200" dirty="0"/>
          </a:p>
        </p:txBody>
      </p:sp>
      <p:sp>
        <p:nvSpPr>
          <p:cNvPr id="43" name="t_C2_box"/>
          <p:cNvSpPr/>
          <p:nvPr/>
        </p:nvSpPr>
        <p:spPr>
          <a:xfrm>
            <a:off x="90754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4" name="t_C2_txt"/>
          <p:cNvSpPr txBox="1"/>
          <p:nvPr/>
        </p:nvSpPr>
        <p:spPr>
          <a:xfrm>
            <a:off x="91668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별 나눔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동료가 별빛을 쓰면 내 공격속도 +10%</a:t>
            </a:r>
            <a:endParaRPr lang="en-US" sz="1200" dirty="0"/>
          </a:p>
        </p:txBody>
      </p:sp>
      <p:sp>
        <p:nvSpPr>
          <p:cNvPr id="45" name="t_gate_box"/>
          <p:cNvSpPr/>
          <p:nvPr/>
        </p:nvSpPr>
        <p:spPr>
          <a:xfrm>
            <a:off x="5941314" y="3767328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6" name="t_gate_txt"/>
          <p:cNvSpPr txBox="1"/>
          <p:nvPr/>
        </p:nvSpPr>
        <p:spPr>
          <a:xfrm>
            <a:off x="6032754" y="3767328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북두칠성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별빛 받은 동료 이동속도 +10% (3초)</a:t>
            </a:r>
            <a:endParaRPr lang="en-US" sz="1200" dirty="0"/>
          </a:p>
        </p:txBody>
      </p:sp>
      <p:sp>
        <p:nvSpPr>
          <p:cNvPr id="47" name="t_D0_box"/>
          <p:cNvSpPr/>
          <p:nvPr/>
        </p:nvSpPr>
        <p:spPr>
          <a:xfrm>
            <a:off x="49377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8" name="t_D0_txt"/>
          <p:cNvSpPr txBox="1"/>
          <p:nvPr/>
        </p:nvSpPr>
        <p:spPr>
          <a:xfrm>
            <a:off x="50292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길한 점괘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별빛 치명타 때 동료 체력 소량 회복</a:t>
            </a:r>
            <a:endParaRPr lang="en-US" sz="1200" dirty="0"/>
          </a:p>
        </p:txBody>
      </p:sp>
      <p:sp>
        <p:nvSpPr>
          <p:cNvPr id="49" name="t_D1_box"/>
          <p:cNvSpPr/>
          <p:nvPr/>
        </p:nvSpPr>
        <p:spPr>
          <a:xfrm>
            <a:off x="76809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0" name="t_D1_txt"/>
          <p:cNvSpPr txBox="1"/>
          <p:nvPr/>
        </p:nvSpPr>
        <p:spPr>
          <a:xfrm>
            <a:off x="77724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흉한 점괘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별빛 치명타가 주변 원귀에도 피해</a:t>
            </a:r>
            <a:endParaRPr lang="en-US" sz="1200" dirty="0"/>
          </a:p>
        </p:txBody>
      </p:sp>
      <p:sp>
        <p:nvSpPr>
          <p:cNvPr id="51" name="t_cap_box"/>
          <p:cNvSpPr/>
          <p:nvPr/>
        </p:nvSpPr>
        <p:spPr>
          <a:xfrm>
            <a:off x="5941314" y="548640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2" name="t_cap_txt"/>
          <p:cNvSpPr txBox="1"/>
          <p:nvPr/>
        </p:nvSpPr>
        <p:spPr>
          <a:xfrm>
            <a:off x="6032754" y="548640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칠성 강림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15초 동안 둘 다 모든 공격 치명타 (재사용 90초)</a:t>
            </a:r>
            <a:endParaRPr lang="en-US" sz="1200" dirty="0"/>
          </a:p>
        </p:txBody>
      </p:sp>
      <p:sp>
        <p:nvSpPr>
          <p:cNvPr id="53" name="t_pick1_bg"/>
          <p:cNvSpPr/>
          <p:nvPr/>
        </p:nvSpPr>
        <p:spPr>
          <a:xfrm>
            <a:off x="7333488" y="1819656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_pick1"/>
          <p:cNvSpPr txBox="1"/>
          <p:nvPr/>
        </p:nvSpPr>
        <p:spPr>
          <a:xfrm>
            <a:off x="7333488" y="181965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55" name="t_pick2_bg"/>
          <p:cNvSpPr/>
          <p:nvPr/>
        </p:nvSpPr>
        <p:spPr>
          <a:xfrm>
            <a:off x="7333488" y="4398264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_pick2"/>
          <p:cNvSpPr txBox="1"/>
          <p:nvPr/>
        </p:nvSpPr>
        <p:spPr>
          <a:xfrm>
            <a:off x="7333488" y="439826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최환조 · 스킬 트리</a:t>
            </a:r>
            <a:endParaRPr lang="en-US" sz="3000" dirty="0"/>
          </a:p>
        </p:txBody>
      </p:sp>
      <p:sp>
        <p:nvSpPr>
          <p:cNvPr id="3" name="cp_bg"/>
          <p:cNvSpPr/>
          <p:nvPr/>
        </p:nvSpPr>
        <p:spPr>
          <a:xfrm>
            <a:off x="457200" y="1188720"/>
            <a:ext cx="2834640" cy="5074920"/>
          </a:xfrm>
          <a:prstGeom prst="roundRect">
            <a:avLst>
              <a:gd name="adj" fmla="val 3226"/>
            </a:avLst>
          </a:prstGeom>
          <a:solidFill>
            <a:srgbClr val="0E1A33"/>
          </a:solidFill>
          <a:ln/>
        </p:spPr>
      </p:sp>
      <p:pic>
        <p:nvPicPr>
          <p:cNvPr id="4" name="cp_spr" descr="/tmp/claude-0/-home-claude/d5f48452-305e-51fe-9a7c-9dfa0c30073e/scratchpad/deck/a/ChoiHwan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9349" y="1325880"/>
            <a:ext cx="1110343" cy="1554480"/>
          </a:xfrm>
          <a:prstGeom prst="rect">
            <a:avLst/>
          </a:prstGeom>
        </p:spPr>
      </p:pic>
      <p:sp>
        <p:nvSpPr>
          <p:cNvPr id="5" name="cp_name"/>
          <p:cNvSpPr txBox="1"/>
          <p:nvPr/>
        </p:nvSpPr>
        <p:spPr>
          <a:xfrm>
            <a:off x="68580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최환조</a:t>
            </a:r>
            <a:endParaRPr lang="en-US" sz="2200" dirty="0"/>
          </a:p>
        </p:txBody>
      </p:sp>
      <p:sp>
        <p:nvSpPr>
          <p:cNvPr id="6" name="cp_k0"/>
          <p:cNvSpPr txBox="1"/>
          <p:nvPr/>
        </p:nvSpPr>
        <p:spPr>
          <a:xfrm>
            <a:off x="685800" y="3520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모시는 신</a:t>
            </a:r>
            <a:endParaRPr lang="en-US" sz="1100" dirty="0"/>
          </a:p>
        </p:txBody>
      </p:sp>
      <p:sp>
        <p:nvSpPr>
          <p:cNvPr id="7" name="cp_v0"/>
          <p:cNvSpPr txBox="1"/>
          <p:nvPr/>
        </p:nvSpPr>
        <p:spPr>
          <a:xfrm>
            <a:off x="685800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도령신</a:t>
            </a:r>
            <a:endParaRPr lang="en-US" sz="1200" dirty="0"/>
          </a:p>
        </p:txBody>
      </p:sp>
      <p:sp>
        <p:nvSpPr>
          <p:cNvPr id="8" name="cp_k1"/>
          <p:cNvSpPr txBox="1"/>
          <p:nvPr/>
        </p:nvSpPr>
        <p:spPr>
          <a:xfrm>
            <a:off x="685800" y="4187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무기</a:t>
            </a:r>
            <a:endParaRPr lang="en-US" sz="1100" dirty="0"/>
          </a:p>
        </p:txBody>
      </p:sp>
      <p:sp>
        <p:nvSpPr>
          <p:cNvPr id="9" name="cp_v1"/>
          <p:cNvSpPr txBox="1"/>
          <p:nvPr/>
        </p:nvSpPr>
        <p:spPr>
          <a:xfrm>
            <a:off x="685800" y="4434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활 (원거리 · 단일)</a:t>
            </a:r>
            <a:endParaRPr lang="en-US" sz="1200" dirty="0"/>
          </a:p>
        </p:txBody>
      </p:sp>
      <p:sp>
        <p:nvSpPr>
          <p:cNvPr id="10" name="cp_k2"/>
          <p:cNvSpPr txBox="1"/>
          <p:nvPr/>
        </p:nvSpPr>
        <p:spPr>
          <a:xfrm>
            <a:off x="685800" y="48554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고유 패시브</a:t>
            </a:r>
            <a:endParaRPr lang="en-US" sz="1100" dirty="0"/>
          </a:p>
        </p:txBody>
      </p:sp>
      <p:sp>
        <p:nvSpPr>
          <p:cNvPr id="11" name="cp_v2"/>
          <p:cNvSpPr txBox="1"/>
          <p:nvPr/>
        </p:nvSpPr>
        <p:spPr>
          <a:xfrm>
            <a:off x="685800" y="510235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길잡이 화살: 화살이 지나간 자리에 바람길, 위를 지나는 동료 이동속도 +15%</a:t>
            </a:r>
            <a:endParaRPr lang="en-US" sz="1200" dirty="0"/>
          </a:p>
        </p:txBody>
      </p:sp>
      <p:sp>
        <p:nvSpPr>
          <p:cNvPr id="12" name="cp_lg0"/>
          <p:cNvSpPr/>
          <p:nvPr/>
        </p:nvSpPr>
        <p:spPr>
          <a:xfrm>
            <a:off x="68580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6E3E4"/>
          </a:solidFill>
          <a:ln w="12700">
            <a:solidFill>
              <a:srgbClr val="B3262E"/>
            </a:solidFill>
            <a:prstDash val="solid"/>
          </a:ln>
        </p:spPr>
      </p:sp>
      <p:sp>
        <p:nvSpPr>
          <p:cNvPr id="13" name="cp_lgt0"/>
          <p:cNvSpPr txBox="1"/>
          <p:nvPr/>
        </p:nvSpPr>
        <p:spPr>
          <a:xfrm>
            <a:off x="97840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무기</a:t>
            </a:r>
            <a:endParaRPr lang="en-US" sz="1000" dirty="0"/>
          </a:p>
        </p:txBody>
      </p:sp>
      <p:sp>
        <p:nvSpPr>
          <p:cNvPr id="14" name="cp_lg1"/>
          <p:cNvSpPr/>
          <p:nvPr/>
        </p:nvSpPr>
        <p:spPr>
          <a:xfrm>
            <a:off x="150876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8EED6"/>
          </a:solidFill>
          <a:ln w="12700">
            <a:solidFill>
              <a:srgbClr val="C08A1E"/>
            </a:solidFill>
            <a:prstDash val="solid"/>
          </a:ln>
        </p:spPr>
      </p:sp>
      <p:sp>
        <p:nvSpPr>
          <p:cNvPr id="15" name="cp_lgt1"/>
          <p:cNvSpPr txBox="1"/>
          <p:nvPr/>
        </p:nvSpPr>
        <p:spPr>
          <a:xfrm>
            <a:off x="180136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패시브</a:t>
            </a:r>
            <a:endParaRPr lang="en-US" sz="1000" dirty="0"/>
          </a:p>
        </p:txBody>
      </p:sp>
      <p:sp>
        <p:nvSpPr>
          <p:cNvPr id="16" name="cp_lg2"/>
          <p:cNvSpPr/>
          <p:nvPr/>
        </p:nvSpPr>
        <p:spPr>
          <a:xfrm>
            <a:off x="233172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E2EAF5"/>
          </a:solidFill>
          <a:ln w="12700">
            <a:solidFill>
              <a:srgbClr val="3E6FB0"/>
            </a:solidFill>
            <a:prstDash val="solid"/>
          </a:ln>
        </p:spPr>
      </p:sp>
      <p:sp>
        <p:nvSpPr>
          <p:cNvPr id="17" name="cp_lgt2"/>
          <p:cNvSpPr txBox="1"/>
          <p:nvPr/>
        </p:nvSpPr>
        <p:spPr>
          <a:xfrm>
            <a:off x="262432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협동</a:t>
            </a:r>
            <a:endParaRPr lang="en-US" sz="1000" dirty="0"/>
          </a:p>
        </p:txBody>
      </p:sp>
      <p:sp>
        <p:nvSpPr>
          <p:cNvPr id="18" name="t_l00"/>
          <p:cNvSpPr/>
          <p:nvPr/>
        </p:nvSpPr>
        <p:spPr>
          <a:xfrm flipH="1">
            <a:off x="4892040" y="1847088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19" name="t_l10"/>
          <p:cNvSpPr/>
          <p:nvPr/>
        </p:nvSpPr>
        <p:spPr>
          <a:xfrm>
            <a:off x="4892040" y="2706624"/>
            <a:ext cx="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0" name="t_l20"/>
          <p:cNvSpPr/>
          <p:nvPr/>
        </p:nvSpPr>
        <p:spPr>
          <a:xfrm>
            <a:off x="4892040" y="3566160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1" name="t_l01"/>
          <p:cNvSpPr/>
          <p:nvPr/>
        </p:nvSpPr>
        <p:spPr>
          <a:xfrm>
            <a:off x="7635240" y="1847088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2" name="t_l11"/>
          <p:cNvSpPr/>
          <p:nvPr/>
        </p:nvSpPr>
        <p:spPr>
          <a:xfrm>
            <a:off x="7635240" y="2706624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3" name="t_l21"/>
          <p:cNvSpPr/>
          <p:nvPr/>
        </p:nvSpPr>
        <p:spPr>
          <a:xfrm>
            <a:off x="7635240" y="3566160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4" name="t_l02"/>
          <p:cNvSpPr/>
          <p:nvPr/>
        </p:nvSpPr>
        <p:spPr>
          <a:xfrm>
            <a:off x="7635240" y="1847088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5" name="t_l12"/>
          <p:cNvSpPr/>
          <p:nvPr/>
        </p:nvSpPr>
        <p:spPr>
          <a:xfrm>
            <a:off x="10378440" y="2706624"/>
            <a:ext cx="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6" name="t_l22"/>
          <p:cNvSpPr/>
          <p:nvPr/>
        </p:nvSpPr>
        <p:spPr>
          <a:xfrm flipH="1">
            <a:off x="7635240" y="3566160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7" name="t_l30"/>
          <p:cNvSpPr/>
          <p:nvPr/>
        </p:nvSpPr>
        <p:spPr>
          <a:xfrm flipH="1">
            <a:off x="62636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8" name="t_l40"/>
          <p:cNvSpPr/>
          <p:nvPr/>
        </p:nvSpPr>
        <p:spPr>
          <a:xfrm>
            <a:off x="62636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9" name="t_l31"/>
          <p:cNvSpPr/>
          <p:nvPr/>
        </p:nvSpPr>
        <p:spPr>
          <a:xfrm>
            <a:off x="76352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0" name="t_l41"/>
          <p:cNvSpPr/>
          <p:nvPr/>
        </p:nvSpPr>
        <p:spPr>
          <a:xfrm flipH="1">
            <a:off x="76352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1" name="t_root_box"/>
          <p:cNvSpPr/>
          <p:nvPr/>
        </p:nvSpPr>
        <p:spPr>
          <a:xfrm>
            <a:off x="5941314" y="118872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32" name="t_root_txt"/>
          <p:cNvSpPr txBox="1"/>
          <p:nvPr/>
        </p:nvSpPr>
        <p:spPr>
          <a:xfrm>
            <a:off x="6032754" y="118872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도령 입문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이동속도 +5%</a:t>
            </a:r>
            <a:endParaRPr lang="en-US" sz="1200" dirty="0"/>
          </a:p>
        </p:txBody>
      </p:sp>
      <p:sp>
        <p:nvSpPr>
          <p:cNvPr id="33" name="t_A1_box"/>
          <p:cNvSpPr/>
          <p:nvPr/>
        </p:nvSpPr>
        <p:spPr>
          <a:xfrm>
            <a:off x="35890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4" name="t_A1_txt"/>
          <p:cNvSpPr txBox="1"/>
          <p:nvPr/>
        </p:nvSpPr>
        <p:spPr>
          <a:xfrm>
            <a:off x="36804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쑥대 화살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화살 피해 +10%</a:t>
            </a:r>
            <a:endParaRPr lang="en-US" sz="1200" dirty="0"/>
          </a:p>
        </p:txBody>
      </p:sp>
      <p:sp>
        <p:nvSpPr>
          <p:cNvPr id="35" name="t_A2_box"/>
          <p:cNvSpPr/>
          <p:nvPr/>
        </p:nvSpPr>
        <p:spPr>
          <a:xfrm>
            <a:off x="35890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6" name="t_A2_txt"/>
          <p:cNvSpPr txBox="1"/>
          <p:nvPr/>
        </p:nvSpPr>
        <p:spPr>
          <a:xfrm>
            <a:off x="36804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꿰뚫는 화살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화살 관통 +1</a:t>
            </a:r>
            <a:endParaRPr lang="en-US" sz="1200" dirty="0"/>
          </a:p>
        </p:txBody>
      </p:sp>
      <p:sp>
        <p:nvSpPr>
          <p:cNvPr id="37" name="t_B1_box"/>
          <p:cNvSpPr/>
          <p:nvPr/>
        </p:nvSpPr>
        <p:spPr>
          <a:xfrm>
            <a:off x="63322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38" name="t_B1_txt"/>
          <p:cNvSpPr txBox="1"/>
          <p:nvPr/>
        </p:nvSpPr>
        <p:spPr>
          <a:xfrm>
            <a:off x="64236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긴 바람길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바람길 유지 3초 → 5초</a:t>
            </a:r>
            <a:endParaRPr lang="en-US" sz="1200" dirty="0"/>
          </a:p>
        </p:txBody>
      </p:sp>
      <p:sp>
        <p:nvSpPr>
          <p:cNvPr id="39" name="t_B2_box"/>
          <p:cNvSpPr/>
          <p:nvPr/>
        </p:nvSpPr>
        <p:spPr>
          <a:xfrm>
            <a:off x="63322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40" name="t_B2_txt"/>
          <p:cNvSpPr txBox="1"/>
          <p:nvPr/>
        </p:nvSpPr>
        <p:spPr>
          <a:xfrm>
            <a:off x="64236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넓은 바람길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바람길 폭 +50%</a:t>
            </a:r>
            <a:endParaRPr lang="en-US" sz="1200" dirty="0"/>
          </a:p>
        </p:txBody>
      </p:sp>
      <p:sp>
        <p:nvSpPr>
          <p:cNvPr id="41" name="t_C1_box"/>
          <p:cNvSpPr/>
          <p:nvPr/>
        </p:nvSpPr>
        <p:spPr>
          <a:xfrm>
            <a:off x="90754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2" name="t_C1_txt"/>
          <p:cNvSpPr txBox="1"/>
          <p:nvPr/>
        </p:nvSpPr>
        <p:spPr>
          <a:xfrm>
            <a:off x="91668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순풍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바람길 위 동료 공격속도 +10%</a:t>
            </a:r>
            <a:endParaRPr lang="en-US" sz="1200" dirty="0"/>
          </a:p>
        </p:txBody>
      </p:sp>
      <p:sp>
        <p:nvSpPr>
          <p:cNvPr id="43" name="t_C2_box"/>
          <p:cNvSpPr/>
          <p:nvPr/>
        </p:nvSpPr>
        <p:spPr>
          <a:xfrm>
            <a:off x="90754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4" name="t_C2_txt"/>
          <p:cNvSpPr txBox="1"/>
          <p:nvPr/>
        </p:nvSpPr>
        <p:spPr>
          <a:xfrm>
            <a:off x="91668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액막이 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바람길에 들어온 원귀 이동속도 -15%</a:t>
            </a:r>
            <a:endParaRPr lang="en-US" sz="1200" dirty="0"/>
          </a:p>
        </p:txBody>
      </p:sp>
      <p:sp>
        <p:nvSpPr>
          <p:cNvPr id="45" name="t_gate_box"/>
          <p:cNvSpPr/>
          <p:nvPr/>
        </p:nvSpPr>
        <p:spPr>
          <a:xfrm>
            <a:off x="5941314" y="3767328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6" name="t_gate_txt"/>
          <p:cNvSpPr txBox="1"/>
          <p:nvPr/>
        </p:nvSpPr>
        <p:spPr>
          <a:xfrm>
            <a:off x="6032754" y="3767328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날쌘 도령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움직이는 동안 공격속도 +10%</a:t>
            </a:r>
            <a:endParaRPr lang="en-US" sz="1200" dirty="0"/>
          </a:p>
        </p:txBody>
      </p:sp>
      <p:sp>
        <p:nvSpPr>
          <p:cNvPr id="47" name="t_D0_box"/>
          <p:cNvSpPr/>
          <p:nvPr/>
        </p:nvSpPr>
        <p:spPr>
          <a:xfrm>
            <a:off x="49377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8" name="t_D0_txt"/>
          <p:cNvSpPr txBox="1"/>
          <p:nvPr/>
        </p:nvSpPr>
        <p:spPr>
          <a:xfrm>
            <a:off x="50292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명궁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멀리 있는 원귀일수록 피해 증가 (최대 +30%)</a:t>
            </a:r>
            <a:endParaRPr lang="en-US" sz="1200" dirty="0"/>
          </a:p>
        </p:txBody>
      </p:sp>
      <p:sp>
        <p:nvSpPr>
          <p:cNvPr id="49" name="t_D1_box"/>
          <p:cNvSpPr/>
          <p:nvPr/>
        </p:nvSpPr>
        <p:spPr>
          <a:xfrm>
            <a:off x="76809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0" name="t_D1_txt"/>
          <p:cNvSpPr txBox="1"/>
          <p:nvPr/>
        </p:nvSpPr>
        <p:spPr>
          <a:xfrm>
            <a:off x="77724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연사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한 번에 쏘는 화살 +1발</a:t>
            </a:r>
            <a:endParaRPr lang="en-US" sz="1200" dirty="0"/>
          </a:p>
        </p:txBody>
      </p:sp>
      <p:sp>
        <p:nvSpPr>
          <p:cNvPr id="51" name="t_cap_box"/>
          <p:cNvSpPr/>
          <p:nvPr/>
        </p:nvSpPr>
        <p:spPr>
          <a:xfrm>
            <a:off x="5941314" y="548640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2" name="t_cap_txt"/>
          <p:cNvSpPr txBox="1"/>
          <p:nvPr/>
        </p:nvSpPr>
        <p:spPr>
          <a:xfrm>
            <a:off x="6032754" y="548640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도령 강림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10초 동안 화면을 가로지르는 큰 바람길, 둘 다 이동속도 +30%</a:t>
            </a:r>
            <a:endParaRPr lang="en-US" sz="1200" dirty="0"/>
          </a:p>
        </p:txBody>
      </p:sp>
      <p:sp>
        <p:nvSpPr>
          <p:cNvPr id="53" name="t_pick1_bg"/>
          <p:cNvSpPr/>
          <p:nvPr/>
        </p:nvSpPr>
        <p:spPr>
          <a:xfrm>
            <a:off x="7333488" y="1819656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_pick1"/>
          <p:cNvSpPr txBox="1"/>
          <p:nvPr/>
        </p:nvSpPr>
        <p:spPr>
          <a:xfrm>
            <a:off x="7333488" y="181965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55" name="t_pick2_bg"/>
          <p:cNvSpPr/>
          <p:nvPr/>
        </p:nvSpPr>
        <p:spPr>
          <a:xfrm>
            <a:off x="7333488" y="4398264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_pick2"/>
          <p:cNvSpPr txBox="1"/>
          <p:nvPr/>
        </p:nvSpPr>
        <p:spPr>
          <a:xfrm>
            <a:off x="7333488" y="439826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신지현 · 스킬 트리</a:t>
            </a:r>
            <a:endParaRPr lang="en-US" sz="3000" dirty="0"/>
          </a:p>
        </p:txBody>
      </p:sp>
      <p:sp>
        <p:nvSpPr>
          <p:cNvPr id="3" name="cp_bg"/>
          <p:cNvSpPr/>
          <p:nvPr/>
        </p:nvSpPr>
        <p:spPr>
          <a:xfrm>
            <a:off x="457200" y="1188720"/>
            <a:ext cx="2834640" cy="5074920"/>
          </a:xfrm>
          <a:prstGeom prst="roundRect">
            <a:avLst>
              <a:gd name="adj" fmla="val 3226"/>
            </a:avLst>
          </a:prstGeom>
          <a:solidFill>
            <a:srgbClr val="0E1A33"/>
          </a:solidFill>
          <a:ln/>
        </p:spPr>
      </p:sp>
      <p:pic>
        <p:nvPicPr>
          <p:cNvPr id="4" name="cp_spr" descr="/tmp/claude-0/-home-claude/d5f48452-305e-51fe-9a7c-9dfa0c30073e/scratchpad/deck/a/ShinJihy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450" y="1325880"/>
            <a:ext cx="930140" cy="1554480"/>
          </a:xfrm>
          <a:prstGeom prst="rect">
            <a:avLst/>
          </a:prstGeom>
        </p:spPr>
      </p:pic>
      <p:sp>
        <p:nvSpPr>
          <p:cNvPr id="5" name="cp_name"/>
          <p:cNvSpPr txBox="1"/>
          <p:nvPr/>
        </p:nvSpPr>
        <p:spPr>
          <a:xfrm>
            <a:off x="68580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신지현</a:t>
            </a:r>
            <a:endParaRPr lang="en-US" sz="2200" dirty="0"/>
          </a:p>
        </p:txBody>
      </p:sp>
      <p:sp>
        <p:nvSpPr>
          <p:cNvPr id="6" name="cp_k0"/>
          <p:cNvSpPr txBox="1"/>
          <p:nvPr/>
        </p:nvSpPr>
        <p:spPr>
          <a:xfrm>
            <a:off x="685800" y="3520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모시는 신</a:t>
            </a:r>
            <a:endParaRPr lang="en-US" sz="1100" dirty="0"/>
          </a:p>
        </p:txBody>
      </p:sp>
      <p:sp>
        <p:nvSpPr>
          <p:cNvPr id="7" name="cp_v0"/>
          <p:cNvSpPr txBox="1"/>
          <p:nvPr/>
        </p:nvSpPr>
        <p:spPr>
          <a:xfrm>
            <a:off x="685800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청제신장</a:t>
            </a:r>
            <a:endParaRPr lang="en-US" sz="1200" dirty="0"/>
          </a:p>
        </p:txBody>
      </p:sp>
      <p:sp>
        <p:nvSpPr>
          <p:cNvPr id="8" name="cp_k1"/>
          <p:cNvSpPr txBox="1"/>
          <p:nvPr/>
        </p:nvSpPr>
        <p:spPr>
          <a:xfrm>
            <a:off x="685800" y="4187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무기</a:t>
            </a:r>
            <a:endParaRPr lang="en-US" sz="1100" dirty="0"/>
          </a:p>
        </p:txBody>
      </p:sp>
      <p:sp>
        <p:nvSpPr>
          <p:cNvPr id="9" name="cp_v1"/>
          <p:cNvSpPr txBox="1"/>
          <p:nvPr/>
        </p:nvSpPr>
        <p:spPr>
          <a:xfrm>
            <a:off x="685800" y="4434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곡도 (근거리 · 다중)</a:t>
            </a:r>
            <a:endParaRPr lang="en-US" sz="1200" dirty="0"/>
          </a:p>
        </p:txBody>
      </p:sp>
      <p:sp>
        <p:nvSpPr>
          <p:cNvPr id="10" name="cp_k2"/>
          <p:cNvSpPr txBox="1"/>
          <p:nvPr/>
        </p:nvSpPr>
        <p:spPr>
          <a:xfrm>
            <a:off x="685800" y="48554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고유 패시브</a:t>
            </a:r>
            <a:endParaRPr lang="en-US" sz="1100" dirty="0"/>
          </a:p>
        </p:txBody>
      </p:sp>
      <p:sp>
        <p:nvSpPr>
          <p:cNvPr id="11" name="cp_v2"/>
          <p:cNvSpPr txBox="1"/>
          <p:nvPr/>
        </p:nvSpPr>
        <p:spPr>
          <a:xfrm>
            <a:off x="685800" y="510235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청제의 몫: 처치 시 가끔 복주머니, 동료만 주울 수 있고 체력 15% 회복</a:t>
            </a:r>
            <a:endParaRPr lang="en-US" sz="1200" dirty="0"/>
          </a:p>
        </p:txBody>
      </p:sp>
      <p:sp>
        <p:nvSpPr>
          <p:cNvPr id="12" name="cp_lg0"/>
          <p:cNvSpPr/>
          <p:nvPr/>
        </p:nvSpPr>
        <p:spPr>
          <a:xfrm>
            <a:off x="68580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6E3E4"/>
          </a:solidFill>
          <a:ln w="12700">
            <a:solidFill>
              <a:srgbClr val="B3262E"/>
            </a:solidFill>
            <a:prstDash val="solid"/>
          </a:ln>
        </p:spPr>
      </p:sp>
      <p:sp>
        <p:nvSpPr>
          <p:cNvPr id="13" name="cp_lgt0"/>
          <p:cNvSpPr txBox="1"/>
          <p:nvPr/>
        </p:nvSpPr>
        <p:spPr>
          <a:xfrm>
            <a:off x="97840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무기</a:t>
            </a:r>
            <a:endParaRPr lang="en-US" sz="1000" dirty="0"/>
          </a:p>
        </p:txBody>
      </p:sp>
      <p:sp>
        <p:nvSpPr>
          <p:cNvPr id="14" name="cp_lg1"/>
          <p:cNvSpPr/>
          <p:nvPr/>
        </p:nvSpPr>
        <p:spPr>
          <a:xfrm>
            <a:off x="150876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8EED6"/>
          </a:solidFill>
          <a:ln w="12700">
            <a:solidFill>
              <a:srgbClr val="C08A1E"/>
            </a:solidFill>
            <a:prstDash val="solid"/>
          </a:ln>
        </p:spPr>
      </p:sp>
      <p:sp>
        <p:nvSpPr>
          <p:cNvPr id="15" name="cp_lgt1"/>
          <p:cNvSpPr txBox="1"/>
          <p:nvPr/>
        </p:nvSpPr>
        <p:spPr>
          <a:xfrm>
            <a:off x="180136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패시브</a:t>
            </a:r>
            <a:endParaRPr lang="en-US" sz="1000" dirty="0"/>
          </a:p>
        </p:txBody>
      </p:sp>
      <p:sp>
        <p:nvSpPr>
          <p:cNvPr id="16" name="cp_lg2"/>
          <p:cNvSpPr/>
          <p:nvPr/>
        </p:nvSpPr>
        <p:spPr>
          <a:xfrm>
            <a:off x="233172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E2EAF5"/>
          </a:solidFill>
          <a:ln w="12700">
            <a:solidFill>
              <a:srgbClr val="3E6FB0"/>
            </a:solidFill>
            <a:prstDash val="solid"/>
          </a:ln>
        </p:spPr>
      </p:sp>
      <p:sp>
        <p:nvSpPr>
          <p:cNvPr id="17" name="cp_lgt2"/>
          <p:cNvSpPr txBox="1"/>
          <p:nvPr/>
        </p:nvSpPr>
        <p:spPr>
          <a:xfrm>
            <a:off x="262432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협동</a:t>
            </a:r>
            <a:endParaRPr lang="en-US" sz="1000" dirty="0"/>
          </a:p>
        </p:txBody>
      </p:sp>
      <p:sp>
        <p:nvSpPr>
          <p:cNvPr id="18" name="t_l00"/>
          <p:cNvSpPr/>
          <p:nvPr/>
        </p:nvSpPr>
        <p:spPr>
          <a:xfrm flipH="1">
            <a:off x="4892040" y="1847088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19" name="t_l10"/>
          <p:cNvSpPr/>
          <p:nvPr/>
        </p:nvSpPr>
        <p:spPr>
          <a:xfrm>
            <a:off x="4892040" y="2706624"/>
            <a:ext cx="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0" name="t_l20"/>
          <p:cNvSpPr/>
          <p:nvPr/>
        </p:nvSpPr>
        <p:spPr>
          <a:xfrm>
            <a:off x="4892040" y="3566160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1" name="t_l01"/>
          <p:cNvSpPr/>
          <p:nvPr/>
        </p:nvSpPr>
        <p:spPr>
          <a:xfrm>
            <a:off x="7635240" y="1847088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2" name="t_l11"/>
          <p:cNvSpPr/>
          <p:nvPr/>
        </p:nvSpPr>
        <p:spPr>
          <a:xfrm>
            <a:off x="7635240" y="2706624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3" name="t_l21"/>
          <p:cNvSpPr/>
          <p:nvPr/>
        </p:nvSpPr>
        <p:spPr>
          <a:xfrm>
            <a:off x="7635240" y="3566160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4" name="t_l02"/>
          <p:cNvSpPr/>
          <p:nvPr/>
        </p:nvSpPr>
        <p:spPr>
          <a:xfrm>
            <a:off x="7635240" y="1847088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5" name="t_l12"/>
          <p:cNvSpPr/>
          <p:nvPr/>
        </p:nvSpPr>
        <p:spPr>
          <a:xfrm>
            <a:off x="10378440" y="2706624"/>
            <a:ext cx="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6" name="t_l22"/>
          <p:cNvSpPr/>
          <p:nvPr/>
        </p:nvSpPr>
        <p:spPr>
          <a:xfrm flipH="1">
            <a:off x="7635240" y="3566160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7" name="t_l30"/>
          <p:cNvSpPr/>
          <p:nvPr/>
        </p:nvSpPr>
        <p:spPr>
          <a:xfrm flipH="1">
            <a:off x="62636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8" name="t_l40"/>
          <p:cNvSpPr/>
          <p:nvPr/>
        </p:nvSpPr>
        <p:spPr>
          <a:xfrm>
            <a:off x="62636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9" name="t_l31"/>
          <p:cNvSpPr/>
          <p:nvPr/>
        </p:nvSpPr>
        <p:spPr>
          <a:xfrm>
            <a:off x="76352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0" name="t_l41"/>
          <p:cNvSpPr/>
          <p:nvPr/>
        </p:nvSpPr>
        <p:spPr>
          <a:xfrm flipH="1">
            <a:off x="76352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1" name="t_root_box"/>
          <p:cNvSpPr/>
          <p:nvPr/>
        </p:nvSpPr>
        <p:spPr>
          <a:xfrm>
            <a:off x="5941314" y="118872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32" name="t_root_txt"/>
          <p:cNvSpPr txBox="1"/>
          <p:nvPr/>
        </p:nvSpPr>
        <p:spPr>
          <a:xfrm>
            <a:off x="6032754" y="118872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신장 입문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공격 범위 +5%</a:t>
            </a:r>
            <a:endParaRPr lang="en-US" sz="1200" dirty="0"/>
          </a:p>
        </p:txBody>
      </p:sp>
      <p:sp>
        <p:nvSpPr>
          <p:cNvPr id="33" name="t_A1_box"/>
          <p:cNvSpPr/>
          <p:nvPr/>
        </p:nvSpPr>
        <p:spPr>
          <a:xfrm>
            <a:off x="35890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4" name="t_A1_txt"/>
          <p:cNvSpPr txBox="1"/>
          <p:nvPr/>
        </p:nvSpPr>
        <p:spPr>
          <a:xfrm>
            <a:off x="36804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무거운 월도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휘두르기 피해 +10%</a:t>
            </a:r>
            <a:endParaRPr lang="en-US" sz="1200" dirty="0"/>
          </a:p>
        </p:txBody>
      </p:sp>
      <p:sp>
        <p:nvSpPr>
          <p:cNvPr id="35" name="t_A2_box"/>
          <p:cNvSpPr/>
          <p:nvPr/>
        </p:nvSpPr>
        <p:spPr>
          <a:xfrm>
            <a:off x="35890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6" name="t_A2_txt"/>
          <p:cNvSpPr txBox="1"/>
          <p:nvPr/>
        </p:nvSpPr>
        <p:spPr>
          <a:xfrm>
            <a:off x="36804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큰 휘두르기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휘두르기 범위 +15%</a:t>
            </a:r>
            <a:endParaRPr lang="en-US" sz="1200" dirty="0"/>
          </a:p>
        </p:txBody>
      </p:sp>
      <p:sp>
        <p:nvSpPr>
          <p:cNvPr id="37" name="t_B1_box"/>
          <p:cNvSpPr/>
          <p:nvPr/>
        </p:nvSpPr>
        <p:spPr>
          <a:xfrm>
            <a:off x="63322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38" name="t_B1_txt"/>
          <p:cNvSpPr txBox="1"/>
          <p:nvPr/>
        </p:nvSpPr>
        <p:spPr>
          <a:xfrm>
            <a:off x="64236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잦은 복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복주머니가 떨어질 확률 증가</a:t>
            </a:r>
            <a:endParaRPr lang="en-US" sz="1200" dirty="0"/>
          </a:p>
        </p:txBody>
      </p:sp>
      <p:sp>
        <p:nvSpPr>
          <p:cNvPr id="39" name="t_B2_box"/>
          <p:cNvSpPr/>
          <p:nvPr/>
        </p:nvSpPr>
        <p:spPr>
          <a:xfrm>
            <a:off x="63322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40" name="t_B2_txt"/>
          <p:cNvSpPr txBox="1"/>
          <p:nvPr/>
        </p:nvSpPr>
        <p:spPr>
          <a:xfrm>
            <a:off x="64236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큰 복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복주머니 회복량 15% → 25%</a:t>
            </a:r>
            <a:endParaRPr lang="en-US" sz="1200" dirty="0"/>
          </a:p>
        </p:txBody>
      </p:sp>
      <p:sp>
        <p:nvSpPr>
          <p:cNvPr id="41" name="t_C1_box"/>
          <p:cNvSpPr/>
          <p:nvPr/>
        </p:nvSpPr>
        <p:spPr>
          <a:xfrm>
            <a:off x="90754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2" name="t_C1_txt"/>
          <p:cNvSpPr txBox="1"/>
          <p:nvPr/>
        </p:nvSpPr>
        <p:spPr>
          <a:xfrm>
            <a:off x="91668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나눈 힘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동료가 복주머니를 주우면 내 공격력 +10%</a:t>
            </a:r>
            <a:endParaRPr lang="en-US" sz="1200" dirty="0"/>
          </a:p>
        </p:txBody>
      </p:sp>
      <p:sp>
        <p:nvSpPr>
          <p:cNvPr id="43" name="t_C2_box"/>
          <p:cNvSpPr/>
          <p:nvPr/>
        </p:nvSpPr>
        <p:spPr>
          <a:xfrm>
            <a:off x="90754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4" name="t_C2_txt"/>
          <p:cNvSpPr txBox="1"/>
          <p:nvPr/>
        </p:nvSpPr>
        <p:spPr>
          <a:xfrm>
            <a:off x="91668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동방 수호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복주머니 주운 동료 받는 피해 -30% (2초)</a:t>
            </a:r>
            <a:endParaRPr lang="en-US" sz="1200" dirty="0"/>
          </a:p>
        </p:txBody>
      </p:sp>
      <p:sp>
        <p:nvSpPr>
          <p:cNvPr id="45" name="t_gate_box"/>
          <p:cNvSpPr/>
          <p:nvPr/>
        </p:nvSpPr>
        <p:spPr>
          <a:xfrm>
            <a:off x="5941314" y="3767328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6" name="t_gate_txt"/>
          <p:cNvSpPr txBox="1"/>
          <p:nvPr/>
        </p:nvSpPr>
        <p:spPr>
          <a:xfrm>
            <a:off x="6032754" y="3767328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청룡의 기세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5번째 휘두르기마다 회전 베기</a:t>
            </a:r>
            <a:endParaRPr lang="en-US" sz="1200" dirty="0"/>
          </a:p>
        </p:txBody>
      </p:sp>
      <p:sp>
        <p:nvSpPr>
          <p:cNvPr id="47" name="t_D0_box"/>
          <p:cNvSpPr/>
          <p:nvPr/>
        </p:nvSpPr>
        <p:spPr>
          <a:xfrm>
            <a:off x="49377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8" name="t_D0_txt"/>
          <p:cNvSpPr txBox="1"/>
          <p:nvPr/>
        </p:nvSpPr>
        <p:spPr>
          <a:xfrm>
            <a:off x="50292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동방 진격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회전 베기 범위 +30%</a:t>
            </a:r>
            <a:endParaRPr lang="en-US" sz="1200" dirty="0"/>
          </a:p>
        </p:txBody>
      </p:sp>
      <p:sp>
        <p:nvSpPr>
          <p:cNvPr id="49" name="t_D1_box"/>
          <p:cNvSpPr/>
          <p:nvPr/>
        </p:nvSpPr>
        <p:spPr>
          <a:xfrm>
            <a:off x="76809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0" name="t_D1_txt"/>
          <p:cNvSpPr txBox="1"/>
          <p:nvPr/>
        </p:nvSpPr>
        <p:spPr>
          <a:xfrm>
            <a:off x="77724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동방 결진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회전 베기가 동료 주변 원귀도 밀어냄</a:t>
            </a:r>
            <a:endParaRPr lang="en-US" sz="1200" dirty="0"/>
          </a:p>
        </p:txBody>
      </p:sp>
      <p:sp>
        <p:nvSpPr>
          <p:cNvPr id="51" name="t_cap_box"/>
          <p:cNvSpPr/>
          <p:nvPr/>
        </p:nvSpPr>
        <p:spPr>
          <a:xfrm>
            <a:off x="5941314" y="548640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2" name="t_cap_txt"/>
          <p:cNvSpPr txBox="1"/>
          <p:nvPr/>
        </p:nvSpPr>
        <p:spPr>
          <a:xfrm>
            <a:off x="6032754" y="548640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청제신장 강림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8초 동안 처치할 때마다 복주머니 확정 (재사용 60초)</a:t>
            </a:r>
            <a:endParaRPr lang="en-US" sz="1200" dirty="0"/>
          </a:p>
        </p:txBody>
      </p:sp>
      <p:sp>
        <p:nvSpPr>
          <p:cNvPr id="53" name="t_pick1_bg"/>
          <p:cNvSpPr/>
          <p:nvPr/>
        </p:nvSpPr>
        <p:spPr>
          <a:xfrm>
            <a:off x="7333488" y="1819656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_pick1"/>
          <p:cNvSpPr txBox="1"/>
          <p:nvPr/>
        </p:nvSpPr>
        <p:spPr>
          <a:xfrm>
            <a:off x="7333488" y="181965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55" name="t_pick2_bg"/>
          <p:cNvSpPr/>
          <p:nvPr/>
        </p:nvSpPr>
        <p:spPr>
          <a:xfrm>
            <a:off x="7333488" y="4398264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_pick2"/>
          <p:cNvSpPr txBox="1"/>
          <p:nvPr/>
        </p:nvSpPr>
        <p:spPr>
          <a:xfrm>
            <a:off x="7333488" y="439826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임훈 · 스킬 트리</a:t>
            </a:r>
            <a:endParaRPr lang="en-US" sz="3000" dirty="0"/>
          </a:p>
        </p:txBody>
      </p:sp>
      <p:sp>
        <p:nvSpPr>
          <p:cNvPr id="3" name="cp_bg"/>
          <p:cNvSpPr/>
          <p:nvPr/>
        </p:nvSpPr>
        <p:spPr>
          <a:xfrm>
            <a:off x="457200" y="1188720"/>
            <a:ext cx="2834640" cy="5074920"/>
          </a:xfrm>
          <a:prstGeom prst="roundRect">
            <a:avLst>
              <a:gd name="adj" fmla="val 3226"/>
            </a:avLst>
          </a:prstGeom>
          <a:solidFill>
            <a:srgbClr val="0E1A33"/>
          </a:solidFill>
          <a:ln/>
        </p:spPr>
      </p:sp>
      <p:pic>
        <p:nvPicPr>
          <p:cNvPr id="4" name="cp_spr" descr="/tmp/claude-0/-home-claude/d5f48452-305e-51fe-9a7c-9dfa0c30073e/scratchpad/deck/a/LimH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308" y="1325880"/>
            <a:ext cx="904425" cy="1554480"/>
          </a:xfrm>
          <a:prstGeom prst="rect">
            <a:avLst/>
          </a:prstGeom>
        </p:spPr>
      </p:pic>
      <p:sp>
        <p:nvSpPr>
          <p:cNvPr id="5" name="cp_name"/>
          <p:cNvSpPr txBox="1"/>
          <p:nvPr/>
        </p:nvSpPr>
        <p:spPr>
          <a:xfrm>
            <a:off x="68580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임훈</a:t>
            </a:r>
            <a:endParaRPr lang="en-US" sz="2200" dirty="0"/>
          </a:p>
        </p:txBody>
      </p:sp>
      <p:sp>
        <p:nvSpPr>
          <p:cNvPr id="6" name="cp_k0"/>
          <p:cNvSpPr txBox="1"/>
          <p:nvPr/>
        </p:nvSpPr>
        <p:spPr>
          <a:xfrm>
            <a:off x="685800" y="3520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모시는 신</a:t>
            </a:r>
            <a:endParaRPr lang="en-US" sz="1100" dirty="0"/>
          </a:p>
        </p:txBody>
      </p:sp>
      <p:sp>
        <p:nvSpPr>
          <p:cNvPr id="7" name="cp_v0"/>
          <p:cNvSpPr txBox="1"/>
          <p:nvPr/>
        </p:nvSpPr>
        <p:spPr>
          <a:xfrm>
            <a:off x="685800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별상</a:t>
            </a:r>
            <a:endParaRPr lang="en-US" sz="1200" dirty="0"/>
          </a:p>
        </p:txBody>
      </p:sp>
      <p:sp>
        <p:nvSpPr>
          <p:cNvPr id="8" name="cp_k1"/>
          <p:cNvSpPr txBox="1"/>
          <p:nvPr/>
        </p:nvSpPr>
        <p:spPr>
          <a:xfrm>
            <a:off x="685800" y="4187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무기</a:t>
            </a:r>
            <a:endParaRPr lang="en-US" sz="1100" dirty="0"/>
          </a:p>
        </p:txBody>
      </p:sp>
      <p:sp>
        <p:nvSpPr>
          <p:cNvPr id="9" name="cp_v1"/>
          <p:cNvSpPr txBox="1"/>
          <p:nvPr/>
        </p:nvSpPr>
        <p:spPr>
          <a:xfrm>
            <a:off x="685800" y="4434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창 (근거리 · 단일)</a:t>
            </a:r>
            <a:endParaRPr lang="en-US" sz="1200" dirty="0"/>
          </a:p>
        </p:txBody>
      </p:sp>
      <p:sp>
        <p:nvSpPr>
          <p:cNvPr id="10" name="cp_k2"/>
          <p:cNvSpPr txBox="1"/>
          <p:nvPr/>
        </p:nvSpPr>
        <p:spPr>
          <a:xfrm>
            <a:off x="685800" y="48554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고유 패시브</a:t>
            </a:r>
            <a:endParaRPr lang="en-US" sz="1100" dirty="0"/>
          </a:p>
        </p:txBody>
      </p:sp>
      <p:sp>
        <p:nvSpPr>
          <p:cNvPr id="11" name="cp_v2"/>
          <p:cNvSpPr txBox="1"/>
          <p:nvPr/>
        </p:nvSpPr>
        <p:spPr>
          <a:xfrm>
            <a:off x="685800" y="510235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동료 곁으로: 동료 체력 30% 이하일 때 동료 쪽으로 이동속도 +30%</a:t>
            </a:r>
            <a:endParaRPr lang="en-US" sz="1200" dirty="0"/>
          </a:p>
        </p:txBody>
      </p:sp>
      <p:sp>
        <p:nvSpPr>
          <p:cNvPr id="12" name="cp_lg0"/>
          <p:cNvSpPr/>
          <p:nvPr/>
        </p:nvSpPr>
        <p:spPr>
          <a:xfrm>
            <a:off x="68580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6E3E4"/>
          </a:solidFill>
          <a:ln w="12700">
            <a:solidFill>
              <a:srgbClr val="B3262E"/>
            </a:solidFill>
            <a:prstDash val="solid"/>
          </a:ln>
        </p:spPr>
      </p:sp>
      <p:sp>
        <p:nvSpPr>
          <p:cNvPr id="13" name="cp_lgt0"/>
          <p:cNvSpPr txBox="1"/>
          <p:nvPr/>
        </p:nvSpPr>
        <p:spPr>
          <a:xfrm>
            <a:off x="97840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무기</a:t>
            </a:r>
            <a:endParaRPr lang="en-US" sz="1000" dirty="0"/>
          </a:p>
        </p:txBody>
      </p:sp>
      <p:sp>
        <p:nvSpPr>
          <p:cNvPr id="14" name="cp_lg1"/>
          <p:cNvSpPr/>
          <p:nvPr/>
        </p:nvSpPr>
        <p:spPr>
          <a:xfrm>
            <a:off x="150876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8EED6"/>
          </a:solidFill>
          <a:ln w="12700">
            <a:solidFill>
              <a:srgbClr val="C08A1E"/>
            </a:solidFill>
            <a:prstDash val="solid"/>
          </a:ln>
        </p:spPr>
      </p:sp>
      <p:sp>
        <p:nvSpPr>
          <p:cNvPr id="15" name="cp_lgt1"/>
          <p:cNvSpPr txBox="1"/>
          <p:nvPr/>
        </p:nvSpPr>
        <p:spPr>
          <a:xfrm>
            <a:off x="180136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패시브</a:t>
            </a:r>
            <a:endParaRPr lang="en-US" sz="1000" dirty="0"/>
          </a:p>
        </p:txBody>
      </p:sp>
      <p:sp>
        <p:nvSpPr>
          <p:cNvPr id="16" name="cp_lg2"/>
          <p:cNvSpPr/>
          <p:nvPr/>
        </p:nvSpPr>
        <p:spPr>
          <a:xfrm>
            <a:off x="233172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E2EAF5"/>
          </a:solidFill>
          <a:ln w="12700">
            <a:solidFill>
              <a:srgbClr val="3E6FB0"/>
            </a:solidFill>
            <a:prstDash val="solid"/>
          </a:ln>
        </p:spPr>
      </p:sp>
      <p:sp>
        <p:nvSpPr>
          <p:cNvPr id="17" name="cp_lgt2"/>
          <p:cNvSpPr txBox="1"/>
          <p:nvPr/>
        </p:nvSpPr>
        <p:spPr>
          <a:xfrm>
            <a:off x="262432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협동</a:t>
            </a:r>
            <a:endParaRPr lang="en-US" sz="1000" dirty="0"/>
          </a:p>
        </p:txBody>
      </p:sp>
      <p:sp>
        <p:nvSpPr>
          <p:cNvPr id="18" name="t_l00"/>
          <p:cNvSpPr/>
          <p:nvPr/>
        </p:nvSpPr>
        <p:spPr>
          <a:xfrm flipH="1">
            <a:off x="4892040" y="1847088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19" name="t_l10"/>
          <p:cNvSpPr/>
          <p:nvPr/>
        </p:nvSpPr>
        <p:spPr>
          <a:xfrm>
            <a:off x="4892040" y="2706624"/>
            <a:ext cx="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0" name="t_l20"/>
          <p:cNvSpPr/>
          <p:nvPr/>
        </p:nvSpPr>
        <p:spPr>
          <a:xfrm>
            <a:off x="4892040" y="3566160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1" name="t_l01"/>
          <p:cNvSpPr/>
          <p:nvPr/>
        </p:nvSpPr>
        <p:spPr>
          <a:xfrm>
            <a:off x="7635240" y="1847088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2" name="t_l11"/>
          <p:cNvSpPr/>
          <p:nvPr/>
        </p:nvSpPr>
        <p:spPr>
          <a:xfrm>
            <a:off x="7635240" y="2706624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3" name="t_l21"/>
          <p:cNvSpPr/>
          <p:nvPr/>
        </p:nvSpPr>
        <p:spPr>
          <a:xfrm>
            <a:off x="7635240" y="3566160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4" name="t_l02"/>
          <p:cNvSpPr/>
          <p:nvPr/>
        </p:nvSpPr>
        <p:spPr>
          <a:xfrm>
            <a:off x="7635240" y="1847088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5" name="t_l12"/>
          <p:cNvSpPr/>
          <p:nvPr/>
        </p:nvSpPr>
        <p:spPr>
          <a:xfrm>
            <a:off x="10378440" y="2706624"/>
            <a:ext cx="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6" name="t_l22"/>
          <p:cNvSpPr/>
          <p:nvPr/>
        </p:nvSpPr>
        <p:spPr>
          <a:xfrm flipH="1">
            <a:off x="7635240" y="3566160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7" name="t_l30"/>
          <p:cNvSpPr/>
          <p:nvPr/>
        </p:nvSpPr>
        <p:spPr>
          <a:xfrm flipH="1">
            <a:off x="62636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8" name="t_l40"/>
          <p:cNvSpPr/>
          <p:nvPr/>
        </p:nvSpPr>
        <p:spPr>
          <a:xfrm>
            <a:off x="62636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9" name="t_l31"/>
          <p:cNvSpPr/>
          <p:nvPr/>
        </p:nvSpPr>
        <p:spPr>
          <a:xfrm>
            <a:off x="76352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0" name="t_l41"/>
          <p:cNvSpPr/>
          <p:nvPr/>
        </p:nvSpPr>
        <p:spPr>
          <a:xfrm flipH="1">
            <a:off x="76352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1" name="t_root_box"/>
          <p:cNvSpPr/>
          <p:nvPr/>
        </p:nvSpPr>
        <p:spPr>
          <a:xfrm>
            <a:off x="5941314" y="118872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32" name="t_root_txt"/>
          <p:cNvSpPr txBox="1"/>
          <p:nvPr/>
        </p:nvSpPr>
        <p:spPr>
          <a:xfrm>
            <a:off x="6032754" y="118872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별상 입문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이동속도 +5%</a:t>
            </a:r>
            <a:endParaRPr lang="en-US" sz="1200" dirty="0"/>
          </a:p>
        </p:txBody>
      </p:sp>
      <p:sp>
        <p:nvSpPr>
          <p:cNvPr id="33" name="t_A1_box"/>
          <p:cNvSpPr/>
          <p:nvPr/>
        </p:nvSpPr>
        <p:spPr>
          <a:xfrm>
            <a:off x="35890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4" name="t_A1_txt"/>
          <p:cNvSpPr txBox="1"/>
          <p:nvPr/>
        </p:nvSpPr>
        <p:spPr>
          <a:xfrm>
            <a:off x="36804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날카로운 창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찌르기 피해 +10%</a:t>
            </a:r>
            <a:endParaRPr lang="en-US" sz="1200" dirty="0"/>
          </a:p>
        </p:txBody>
      </p:sp>
      <p:sp>
        <p:nvSpPr>
          <p:cNvPr id="35" name="t_A2_box"/>
          <p:cNvSpPr/>
          <p:nvPr/>
        </p:nvSpPr>
        <p:spPr>
          <a:xfrm>
            <a:off x="35890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6" name="t_A2_txt"/>
          <p:cNvSpPr txBox="1"/>
          <p:nvPr/>
        </p:nvSpPr>
        <p:spPr>
          <a:xfrm>
            <a:off x="36804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긴 창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창 사거리 +0.3칸</a:t>
            </a:r>
            <a:endParaRPr lang="en-US" sz="1200" dirty="0"/>
          </a:p>
        </p:txBody>
      </p:sp>
      <p:sp>
        <p:nvSpPr>
          <p:cNvPr id="37" name="t_B1_box"/>
          <p:cNvSpPr/>
          <p:nvPr/>
        </p:nvSpPr>
        <p:spPr>
          <a:xfrm>
            <a:off x="63322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38" name="t_B1_txt"/>
          <p:cNvSpPr txBox="1"/>
          <p:nvPr/>
        </p:nvSpPr>
        <p:spPr>
          <a:xfrm>
            <a:off x="64236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빠른 출발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발동 기준 동료 체력 30% → 45%</a:t>
            </a:r>
            <a:endParaRPr lang="en-US" sz="1200" dirty="0"/>
          </a:p>
        </p:txBody>
      </p:sp>
      <p:sp>
        <p:nvSpPr>
          <p:cNvPr id="39" name="t_B2_box"/>
          <p:cNvSpPr/>
          <p:nvPr/>
        </p:nvSpPr>
        <p:spPr>
          <a:xfrm>
            <a:off x="63322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40" name="t_B2_txt"/>
          <p:cNvSpPr txBox="1"/>
          <p:nvPr/>
        </p:nvSpPr>
        <p:spPr>
          <a:xfrm>
            <a:off x="64236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돌격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달리는 중 부딪힌 원귀 넉백 + 피해</a:t>
            </a:r>
            <a:endParaRPr lang="en-US" sz="1200" dirty="0"/>
          </a:p>
        </p:txBody>
      </p:sp>
      <p:sp>
        <p:nvSpPr>
          <p:cNvPr id="41" name="t_C1_box"/>
          <p:cNvSpPr/>
          <p:nvPr/>
        </p:nvSpPr>
        <p:spPr>
          <a:xfrm>
            <a:off x="90754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2" name="t_C1_txt"/>
          <p:cNvSpPr txBox="1"/>
          <p:nvPr/>
        </p:nvSpPr>
        <p:spPr>
          <a:xfrm>
            <a:off x="91668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곁에 서다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도착하면 동료 받는 피해 -20% (3초)</a:t>
            </a:r>
            <a:endParaRPr lang="en-US" sz="1200" dirty="0"/>
          </a:p>
        </p:txBody>
      </p:sp>
      <p:sp>
        <p:nvSpPr>
          <p:cNvPr id="43" name="t_C2_box"/>
          <p:cNvSpPr/>
          <p:nvPr/>
        </p:nvSpPr>
        <p:spPr>
          <a:xfrm>
            <a:off x="90754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4" name="t_C2_txt"/>
          <p:cNvSpPr txBox="1"/>
          <p:nvPr/>
        </p:nvSpPr>
        <p:spPr>
          <a:xfrm>
            <a:off x="91668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함께 달리기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달리는 동안 동료도 이동속도 +15%</a:t>
            </a:r>
            <a:endParaRPr lang="en-US" sz="1200" dirty="0"/>
          </a:p>
        </p:txBody>
      </p:sp>
      <p:sp>
        <p:nvSpPr>
          <p:cNvPr id="45" name="t_gate_box"/>
          <p:cNvSpPr/>
          <p:nvPr/>
        </p:nvSpPr>
        <p:spPr>
          <a:xfrm>
            <a:off x="5941314" y="3767328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6" name="t_gate_txt"/>
          <p:cNvSpPr txBox="1"/>
          <p:nvPr/>
        </p:nvSpPr>
        <p:spPr>
          <a:xfrm>
            <a:off x="6032754" y="3767328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말발굽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도착 지점 주변 원귀 0.5초 기절</a:t>
            </a:r>
            <a:endParaRPr lang="en-US" sz="1200" dirty="0"/>
          </a:p>
        </p:txBody>
      </p:sp>
      <p:sp>
        <p:nvSpPr>
          <p:cNvPr id="47" name="t_D0_box"/>
          <p:cNvSpPr/>
          <p:nvPr/>
        </p:nvSpPr>
        <p:spPr>
          <a:xfrm>
            <a:off x="49377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8" name="t_D0_txt"/>
          <p:cNvSpPr txBox="1"/>
          <p:nvPr/>
        </p:nvSpPr>
        <p:spPr>
          <a:xfrm>
            <a:off x="50292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철릭 무장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달리는 동안 받는 피해 -30%</a:t>
            </a:r>
            <a:endParaRPr lang="en-US" sz="1200" dirty="0"/>
          </a:p>
        </p:txBody>
      </p:sp>
      <p:sp>
        <p:nvSpPr>
          <p:cNvPr id="49" name="t_D1_box"/>
          <p:cNvSpPr/>
          <p:nvPr/>
        </p:nvSpPr>
        <p:spPr>
          <a:xfrm>
            <a:off x="76809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0" name="t_D1_txt"/>
          <p:cNvSpPr txBox="1"/>
          <p:nvPr/>
        </p:nvSpPr>
        <p:spPr>
          <a:xfrm>
            <a:off x="77724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마마 막이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도착하면 동료 체력 10% 회복</a:t>
            </a:r>
            <a:endParaRPr lang="en-US" sz="1200" dirty="0"/>
          </a:p>
        </p:txBody>
      </p:sp>
      <p:sp>
        <p:nvSpPr>
          <p:cNvPr id="51" name="t_cap_box"/>
          <p:cNvSpPr/>
          <p:nvPr/>
        </p:nvSpPr>
        <p:spPr>
          <a:xfrm>
            <a:off x="5941314" y="548640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2" name="t_cap_txt"/>
          <p:cNvSpPr txBox="1"/>
          <p:nvPr/>
        </p:nvSpPr>
        <p:spPr>
          <a:xfrm>
            <a:off x="6032754" y="548640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별상 강림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10초 동안 말을 타고 이동속도 +50%, 지나간 원귀에 피해</a:t>
            </a:r>
            <a:endParaRPr lang="en-US" sz="1200" dirty="0"/>
          </a:p>
        </p:txBody>
      </p:sp>
      <p:sp>
        <p:nvSpPr>
          <p:cNvPr id="53" name="t_pick1_bg"/>
          <p:cNvSpPr/>
          <p:nvPr/>
        </p:nvSpPr>
        <p:spPr>
          <a:xfrm>
            <a:off x="7333488" y="1819656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_pick1"/>
          <p:cNvSpPr txBox="1"/>
          <p:nvPr/>
        </p:nvSpPr>
        <p:spPr>
          <a:xfrm>
            <a:off x="7333488" y="181965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55" name="t_pick2_bg"/>
          <p:cNvSpPr/>
          <p:nvPr/>
        </p:nvSpPr>
        <p:spPr>
          <a:xfrm>
            <a:off x="7333488" y="4398264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_pick2"/>
          <p:cNvSpPr txBox="1"/>
          <p:nvPr/>
        </p:nvSpPr>
        <p:spPr>
          <a:xfrm>
            <a:off x="7333488" y="439826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심여레 · 스킬 트리</a:t>
            </a:r>
            <a:endParaRPr lang="en-US" sz="3000" dirty="0"/>
          </a:p>
        </p:txBody>
      </p:sp>
      <p:sp>
        <p:nvSpPr>
          <p:cNvPr id="3" name="cp_bg"/>
          <p:cNvSpPr/>
          <p:nvPr/>
        </p:nvSpPr>
        <p:spPr>
          <a:xfrm>
            <a:off x="457200" y="1188720"/>
            <a:ext cx="2834640" cy="5074920"/>
          </a:xfrm>
          <a:prstGeom prst="roundRect">
            <a:avLst>
              <a:gd name="adj" fmla="val 3226"/>
            </a:avLst>
          </a:prstGeom>
          <a:solidFill>
            <a:srgbClr val="0E1A33"/>
          </a:solidFill>
          <a:ln/>
        </p:spPr>
      </p:sp>
      <p:pic>
        <p:nvPicPr>
          <p:cNvPr id="4" name="cp_spr" descr="/tmp/claude-0/-home-claude/d5f48452-305e-51fe-9a7c-9dfa0c30073e/scratchpad/deck/a/ShimYe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926" y="1325880"/>
            <a:ext cx="1217187" cy="1554480"/>
          </a:xfrm>
          <a:prstGeom prst="rect">
            <a:avLst/>
          </a:prstGeom>
        </p:spPr>
      </p:pic>
      <p:sp>
        <p:nvSpPr>
          <p:cNvPr id="5" name="cp_name"/>
          <p:cNvSpPr txBox="1"/>
          <p:nvPr/>
        </p:nvSpPr>
        <p:spPr>
          <a:xfrm>
            <a:off x="68580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심여레</a:t>
            </a:r>
            <a:endParaRPr lang="en-US" sz="2200" dirty="0"/>
          </a:p>
        </p:txBody>
      </p:sp>
      <p:sp>
        <p:nvSpPr>
          <p:cNvPr id="6" name="cp_k0"/>
          <p:cNvSpPr txBox="1"/>
          <p:nvPr/>
        </p:nvSpPr>
        <p:spPr>
          <a:xfrm>
            <a:off x="685800" y="3520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모시는 신</a:t>
            </a:r>
            <a:endParaRPr lang="en-US" sz="1100" dirty="0"/>
          </a:p>
        </p:txBody>
      </p:sp>
      <p:sp>
        <p:nvSpPr>
          <p:cNvPr id="7" name="cp_v0"/>
          <p:cNvSpPr txBox="1"/>
          <p:nvPr/>
        </p:nvSpPr>
        <p:spPr>
          <a:xfrm>
            <a:off x="685800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산신</a:t>
            </a:r>
            <a:endParaRPr lang="en-US" sz="1200" dirty="0"/>
          </a:p>
        </p:txBody>
      </p:sp>
      <p:sp>
        <p:nvSpPr>
          <p:cNvPr id="8" name="cp_k1"/>
          <p:cNvSpPr txBox="1"/>
          <p:nvPr/>
        </p:nvSpPr>
        <p:spPr>
          <a:xfrm>
            <a:off x="685800" y="4187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무기</a:t>
            </a:r>
            <a:endParaRPr lang="en-US" sz="1100" dirty="0"/>
          </a:p>
        </p:txBody>
      </p:sp>
      <p:sp>
        <p:nvSpPr>
          <p:cNvPr id="9" name="cp_v1"/>
          <p:cNvSpPr txBox="1"/>
          <p:nvPr/>
        </p:nvSpPr>
        <p:spPr>
          <a:xfrm>
            <a:off x="685800" y="4434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부채 (원거리 · 다중 · 넉백)</a:t>
            </a:r>
            <a:endParaRPr lang="en-US" sz="1200" dirty="0"/>
          </a:p>
        </p:txBody>
      </p:sp>
      <p:sp>
        <p:nvSpPr>
          <p:cNvPr id="10" name="cp_k2"/>
          <p:cNvSpPr txBox="1"/>
          <p:nvPr/>
        </p:nvSpPr>
        <p:spPr>
          <a:xfrm>
            <a:off x="685800" y="48554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고유 패시브</a:t>
            </a:r>
            <a:endParaRPr lang="en-US" sz="1100" dirty="0"/>
          </a:p>
        </p:txBody>
      </p:sp>
      <p:sp>
        <p:nvSpPr>
          <p:cNvPr id="11" name="cp_v2"/>
          <p:cNvSpPr txBox="1"/>
          <p:nvPr/>
        </p:nvSpPr>
        <p:spPr>
          <a:xfrm>
            <a:off x="685800" y="510235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산신 기도: 웨이브 끝 징 소리 때 둘 다 체력 10% 회복, 쓰러졌던 동료 부활 체력 +20%</a:t>
            </a:r>
            <a:endParaRPr lang="en-US" sz="1200" dirty="0"/>
          </a:p>
        </p:txBody>
      </p:sp>
      <p:sp>
        <p:nvSpPr>
          <p:cNvPr id="12" name="cp_lg0"/>
          <p:cNvSpPr/>
          <p:nvPr/>
        </p:nvSpPr>
        <p:spPr>
          <a:xfrm>
            <a:off x="68580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6E3E4"/>
          </a:solidFill>
          <a:ln w="12700">
            <a:solidFill>
              <a:srgbClr val="B3262E"/>
            </a:solidFill>
            <a:prstDash val="solid"/>
          </a:ln>
        </p:spPr>
      </p:sp>
      <p:sp>
        <p:nvSpPr>
          <p:cNvPr id="13" name="cp_lgt0"/>
          <p:cNvSpPr txBox="1"/>
          <p:nvPr/>
        </p:nvSpPr>
        <p:spPr>
          <a:xfrm>
            <a:off x="97840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무기</a:t>
            </a:r>
            <a:endParaRPr lang="en-US" sz="1000" dirty="0"/>
          </a:p>
        </p:txBody>
      </p:sp>
      <p:sp>
        <p:nvSpPr>
          <p:cNvPr id="14" name="cp_lg1"/>
          <p:cNvSpPr/>
          <p:nvPr/>
        </p:nvSpPr>
        <p:spPr>
          <a:xfrm>
            <a:off x="150876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8EED6"/>
          </a:solidFill>
          <a:ln w="12700">
            <a:solidFill>
              <a:srgbClr val="C08A1E"/>
            </a:solidFill>
            <a:prstDash val="solid"/>
          </a:ln>
        </p:spPr>
      </p:sp>
      <p:sp>
        <p:nvSpPr>
          <p:cNvPr id="15" name="cp_lgt1"/>
          <p:cNvSpPr txBox="1"/>
          <p:nvPr/>
        </p:nvSpPr>
        <p:spPr>
          <a:xfrm>
            <a:off x="180136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패시브</a:t>
            </a:r>
            <a:endParaRPr lang="en-US" sz="1000" dirty="0"/>
          </a:p>
        </p:txBody>
      </p:sp>
      <p:sp>
        <p:nvSpPr>
          <p:cNvPr id="16" name="cp_lg2"/>
          <p:cNvSpPr/>
          <p:nvPr/>
        </p:nvSpPr>
        <p:spPr>
          <a:xfrm>
            <a:off x="2331720" y="58978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E2EAF5"/>
          </a:solidFill>
          <a:ln w="12700">
            <a:solidFill>
              <a:srgbClr val="3E6FB0"/>
            </a:solidFill>
            <a:prstDash val="solid"/>
          </a:ln>
        </p:spPr>
      </p:sp>
      <p:sp>
        <p:nvSpPr>
          <p:cNvPr id="17" name="cp_lgt2"/>
          <p:cNvSpPr txBox="1"/>
          <p:nvPr/>
        </p:nvSpPr>
        <p:spPr>
          <a:xfrm>
            <a:off x="2624328" y="5870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협동</a:t>
            </a:r>
            <a:endParaRPr lang="en-US" sz="1000" dirty="0"/>
          </a:p>
        </p:txBody>
      </p:sp>
      <p:sp>
        <p:nvSpPr>
          <p:cNvPr id="18" name="t_l00"/>
          <p:cNvSpPr/>
          <p:nvPr/>
        </p:nvSpPr>
        <p:spPr>
          <a:xfrm flipH="1">
            <a:off x="4892040" y="1847088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19" name="t_l10"/>
          <p:cNvSpPr/>
          <p:nvPr/>
        </p:nvSpPr>
        <p:spPr>
          <a:xfrm>
            <a:off x="4892040" y="2706624"/>
            <a:ext cx="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0" name="t_l20"/>
          <p:cNvSpPr/>
          <p:nvPr/>
        </p:nvSpPr>
        <p:spPr>
          <a:xfrm>
            <a:off x="4892040" y="3566160"/>
            <a:ext cx="2743200" cy="201168"/>
          </a:xfrm>
          <a:prstGeom prst="line">
            <a:avLst/>
          </a:prstGeom>
          <a:noFill/>
          <a:ln w="22225">
            <a:solidFill>
              <a:srgbClr val="B3262E"/>
            </a:solidFill>
            <a:prstDash val="solid"/>
          </a:ln>
        </p:spPr>
      </p:sp>
      <p:sp>
        <p:nvSpPr>
          <p:cNvPr id="21" name="t_l01"/>
          <p:cNvSpPr/>
          <p:nvPr/>
        </p:nvSpPr>
        <p:spPr>
          <a:xfrm>
            <a:off x="7635240" y="1847088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2" name="t_l11"/>
          <p:cNvSpPr/>
          <p:nvPr/>
        </p:nvSpPr>
        <p:spPr>
          <a:xfrm>
            <a:off x="7635240" y="2706624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3" name="t_l21"/>
          <p:cNvSpPr/>
          <p:nvPr/>
        </p:nvSpPr>
        <p:spPr>
          <a:xfrm>
            <a:off x="7635240" y="3566160"/>
            <a:ext cx="0" cy="201168"/>
          </a:xfrm>
          <a:prstGeom prst="line">
            <a:avLst/>
          </a:prstGeom>
          <a:noFill/>
          <a:ln w="22225">
            <a:solidFill>
              <a:srgbClr val="C08A1E"/>
            </a:solidFill>
            <a:prstDash val="solid"/>
          </a:ln>
        </p:spPr>
      </p:sp>
      <p:sp>
        <p:nvSpPr>
          <p:cNvPr id="24" name="t_l02"/>
          <p:cNvSpPr/>
          <p:nvPr/>
        </p:nvSpPr>
        <p:spPr>
          <a:xfrm>
            <a:off x="7635240" y="1847088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5" name="t_l12"/>
          <p:cNvSpPr/>
          <p:nvPr/>
        </p:nvSpPr>
        <p:spPr>
          <a:xfrm>
            <a:off x="10378440" y="2706624"/>
            <a:ext cx="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6" name="t_l22"/>
          <p:cNvSpPr/>
          <p:nvPr/>
        </p:nvSpPr>
        <p:spPr>
          <a:xfrm flipH="1">
            <a:off x="7635240" y="3566160"/>
            <a:ext cx="2743200" cy="201168"/>
          </a:xfrm>
          <a:prstGeom prst="line">
            <a:avLst/>
          </a:prstGeom>
          <a:noFill/>
          <a:ln w="22225">
            <a:solidFill>
              <a:srgbClr val="3E6FB0"/>
            </a:solidFill>
            <a:prstDash val="solid"/>
          </a:ln>
        </p:spPr>
      </p:sp>
      <p:sp>
        <p:nvSpPr>
          <p:cNvPr id="27" name="t_l30"/>
          <p:cNvSpPr/>
          <p:nvPr/>
        </p:nvSpPr>
        <p:spPr>
          <a:xfrm flipH="1">
            <a:off x="62636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8" name="t_l40"/>
          <p:cNvSpPr/>
          <p:nvPr/>
        </p:nvSpPr>
        <p:spPr>
          <a:xfrm>
            <a:off x="62636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29" name="t_l31"/>
          <p:cNvSpPr/>
          <p:nvPr/>
        </p:nvSpPr>
        <p:spPr>
          <a:xfrm>
            <a:off x="7635240" y="4425696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0" name="t_l41"/>
          <p:cNvSpPr/>
          <p:nvPr/>
        </p:nvSpPr>
        <p:spPr>
          <a:xfrm flipH="1">
            <a:off x="7635240" y="5285232"/>
            <a:ext cx="1371600" cy="201168"/>
          </a:xfrm>
          <a:prstGeom prst="line">
            <a:avLst/>
          </a:prstGeom>
          <a:noFill/>
          <a:ln w="22225">
            <a:solidFill>
              <a:srgbClr val="0E1A33"/>
            </a:solidFill>
            <a:prstDash val="solid"/>
          </a:ln>
        </p:spPr>
      </p:sp>
      <p:sp>
        <p:nvSpPr>
          <p:cNvPr id="31" name="t_root_box"/>
          <p:cNvSpPr/>
          <p:nvPr/>
        </p:nvSpPr>
        <p:spPr>
          <a:xfrm>
            <a:off x="5941314" y="118872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32" name="t_root_txt"/>
          <p:cNvSpPr txBox="1"/>
          <p:nvPr/>
        </p:nvSpPr>
        <p:spPr>
          <a:xfrm>
            <a:off x="6032754" y="118872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산신 입문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체력 재생 +0.2/초</a:t>
            </a:r>
            <a:endParaRPr lang="en-US" sz="1200" dirty="0"/>
          </a:p>
        </p:txBody>
      </p:sp>
      <p:sp>
        <p:nvSpPr>
          <p:cNvPr id="33" name="t_A1_box"/>
          <p:cNvSpPr/>
          <p:nvPr/>
        </p:nvSpPr>
        <p:spPr>
          <a:xfrm>
            <a:off x="35890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4" name="t_A1_txt"/>
          <p:cNvSpPr txBox="1"/>
          <p:nvPr/>
        </p:nvSpPr>
        <p:spPr>
          <a:xfrm>
            <a:off x="36804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센 바람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부채 피해 +10%</a:t>
            </a:r>
            <a:endParaRPr lang="en-US" sz="1200" dirty="0"/>
          </a:p>
        </p:txBody>
      </p:sp>
      <p:sp>
        <p:nvSpPr>
          <p:cNvPr id="35" name="t_A2_box"/>
          <p:cNvSpPr/>
          <p:nvPr/>
        </p:nvSpPr>
        <p:spPr>
          <a:xfrm>
            <a:off x="35890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6E3E4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36" name="t_A2_txt"/>
          <p:cNvSpPr txBox="1"/>
          <p:nvPr/>
        </p:nvSpPr>
        <p:spPr>
          <a:xfrm>
            <a:off x="36804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2E"/>
                </a:solidFill>
              </a:rPr>
              <a:t>큰 부채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부채꼴 각도 +20%</a:t>
            </a:r>
            <a:endParaRPr lang="en-US" sz="1200" dirty="0"/>
          </a:p>
        </p:txBody>
      </p:sp>
      <p:sp>
        <p:nvSpPr>
          <p:cNvPr id="37" name="t_B1_box"/>
          <p:cNvSpPr/>
          <p:nvPr/>
        </p:nvSpPr>
        <p:spPr>
          <a:xfrm>
            <a:off x="63322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38" name="t_B1_txt"/>
          <p:cNvSpPr txBox="1"/>
          <p:nvPr/>
        </p:nvSpPr>
        <p:spPr>
          <a:xfrm>
            <a:off x="64236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깊은 기도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기도 회복량 10% → 15%</a:t>
            </a:r>
            <a:endParaRPr lang="en-US" sz="1200" dirty="0"/>
          </a:p>
        </p:txBody>
      </p:sp>
      <p:sp>
        <p:nvSpPr>
          <p:cNvPr id="39" name="t_B2_box"/>
          <p:cNvSpPr/>
          <p:nvPr/>
        </p:nvSpPr>
        <p:spPr>
          <a:xfrm>
            <a:off x="63322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8EED6"/>
          </a:solidFill>
          <a:ln w="19050">
            <a:solidFill>
              <a:srgbClr val="C08A1E"/>
            </a:solidFill>
            <a:prstDash val="solid"/>
          </a:ln>
        </p:spPr>
      </p:sp>
      <p:sp>
        <p:nvSpPr>
          <p:cNvPr id="40" name="t_B2_txt"/>
          <p:cNvSpPr txBox="1"/>
          <p:nvPr/>
        </p:nvSpPr>
        <p:spPr>
          <a:xfrm>
            <a:off x="64236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1E"/>
                </a:solidFill>
              </a:rPr>
              <a:t>다시 일어나라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부활 체력 보너스 +20% → +35%</a:t>
            </a:r>
            <a:endParaRPr lang="en-US" sz="1200" dirty="0"/>
          </a:p>
        </p:txBody>
      </p:sp>
      <p:sp>
        <p:nvSpPr>
          <p:cNvPr id="41" name="t_C1_box"/>
          <p:cNvSpPr/>
          <p:nvPr/>
        </p:nvSpPr>
        <p:spPr>
          <a:xfrm>
            <a:off x="9075420" y="2048256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2" name="t_C1_txt"/>
          <p:cNvSpPr txBox="1"/>
          <p:nvPr/>
        </p:nvSpPr>
        <p:spPr>
          <a:xfrm>
            <a:off x="9166860" y="204825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산바람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동료 근처에서 부채질하면 넉백 +30%</a:t>
            </a:r>
            <a:endParaRPr lang="en-US" sz="1200" dirty="0"/>
          </a:p>
        </p:txBody>
      </p:sp>
      <p:sp>
        <p:nvSpPr>
          <p:cNvPr id="43" name="t_C2_box"/>
          <p:cNvSpPr/>
          <p:nvPr/>
        </p:nvSpPr>
        <p:spPr>
          <a:xfrm>
            <a:off x="9075420" y="2907792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E2EAF5"/>
          </a:solidFill>
          <a:ln w="19050">
            <a:solidFill>
              <a:srgbClr val="3E6FB0"/>
            </a:solidFill>
            <a:prstDash val="solid"/>
          </a:ln>
        </p:spPr>
      </p:sp>
      <p:sp>
        <p:nvSpPr>
          <p:cNvPr id="44" name="t_C2_txt"/>
          <p:cNvSpPr txBox="1"/>
          <p:nvPr/>
        </p:nvSpPr>
        <p:spPr>
          <a:xfrm>
            <a:off x="9166860" y="29077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6FB0"/>
                </a:solidFill>
              </a:rPr>
              <a:t>산신 가호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030"/>
                </a:solidFill>
              </a:rPr>
              <a:t>동료 위기 때 보호막 (웨이브당 1회)</a:t>
            </a:r>
            <a:endParaRPr lang="en-US" sz="1200" dirty="0"/>
          </a:p>
        </p:txBody>
      </p:sp>
      <p:sp>
        <p:nvSpPr>
          <p:cNvPr id="45" name="t_gate_box"/>
          <p:cNvSpPr/>
          <p:nvPr/>
        </p:nvSpPr>
        <p:spPr>
          <a:xfrm>
            <a:off x="5941314" y="3767328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6" name="t_gate_txt"/>
          <p:cNvSpPr txBox="1"/>
          <p:nvPr/>
        </p:nvSpPr>
        <p:spPr>
          <a:xfrm>
            <a:off x="6032754" y="3767328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산의 숨결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웨이브 중간에도 작은 기도 (회복 5%)</a:t>
            </a:r>
            <a:endParaRPr lang="en-US" sz="1200" dirty="0"/>
          </a:p>
        </p:txBody>
      </p:sp>
      <p:sp>
        <p:nvSpPr>
          <p:cNvPr id="47" name="t_D0_box"/>
          <p:cNvSpPr/>
          <p:nvPr/>
        </p:nvSpPr>
        <p:spPr>
          <a:xfrm>
            <a:off x="49377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48" name="t_D0_txt"/>
          <p:cNvSpPr txBox="1"/>
          <p:nvPr/>
        </p:nvSpPr>
        <p:spPr>
          <a:xfrm>
            <a:off x="50292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호랑이 바람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넉백당한 원귀가 추가 피해를 받음</a:t>
            </a:r>
            <a:endParaRPr lang="en-US" sz="1200" dirty="0"/>
          </a:p>
        </p:txBody>
      </p:sp>
      <p:sp>
        <p:nvSpPr>
          <p:cNvPr id="49" name="t_D1_box"/>
          <p:cNvSpPr/>
          <p:nvPr/>
        </p:nvSpPr>
        <p:spPr>
          <a:xfrm>
            <a:off x="7680960" y="462686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0" name="t_D1_txt"/>
          <p:cNvSpPr txBox="1"/>
          <p:nvPr/>
        </p:nvSpPr>
        <p:spPr>
          <a:xfrm>
            <a:off x="7772400" y="46268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영험한 산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기도 때 쓰러진 동료 즉시 부활 (판당 1회)</a:t>
            </a:r>
            <a:endParaRPr lang="en-US" sz="1200" dirty="0"/>
          </a:p>
        </p:txBody>
      </p:sp>
      <p:sp>
        <p:nvSpPr>
          <p:cNvPr id="51" name="t_cap_box"/>
          <p:cNvSpPr/>
          <p:nvPr/>
        </p:nvSpPr>
        <p:spPr>
          <a:xfrm>
            <a:off x="5941314" y="5486400"/>
            <a:ext cx="3387852" cy="658368"/>
          </a:xfrm>
          <a:prstGeom prst="roundRect">
            <a:avLst>
              <a:gd name="adj" fmla="val 11111"/>
            </a:avLst>
          </a:prstGeom>
          <a:solidFill>
            <a:srgbClr val="0E1A33"/>
          </a:solidFill>
          <a:ln w="19050">
            <a:solidFill>
              <a:srgbClr val="0E1A33"/>
            </a:solidFill>
            <a:prstDash val="solid"/>
          </a:ln>
        </p:spPr>
      </p:sp>
      <p:sp>
        <p:nvSpPr>
          <p:cNvPr id="52" name="t_cap_txt"/>
          <p:cNvSpPr txBox="1"/>
          <p:nvPr/>
        </p:nvSpPr>
        <p:spPr>
          <a:xfrm>
            <a:off x="6032754" y="5486400"/>
            <a:ext cx="32049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산신 강림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10초 동안 둘 다 받는 피해 -30%, 초당 체력 회복</a:t>
            </a:r>
            <a:endParaRPr lang="en-US" sz="1200" dirty="0"/>
          </a:p>
        </p:txBody>
      </p:sp>
      <p:sp>
        <p:nvSpPr>
          <p:cNvPr id="53" name="t_pick1_bg"/>
          <p:cNvSpPr/>
          <p:nvPr/>
        </p:nvSpPr>
        <p:spPr>
          <a:xfrm>
            <a:off x="7333488" y="1819656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_pick1"/>
          <p:cNvSpPr txBox="1"/>
          <p:nvPr/>
        </p:nvSpPr>
        <p:spPr>
          <a:xfrm>
            <a:off x="7333488" y="181965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55" name="t_pick2_bg"/>
          <p:cNvSpPr/>
          <p:nvPr/>
        </p:nvSpPr>
        <p:spPr>
          <a:xfrm>
            <a:off x="7333488" y="4398264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_pick2"/>
          <p:cNvSpPr txBox="1"/>
          <p:nvPr/>
        </p:nvSpPr>
        <p:spPr>
          <a:xfrm>
            <a:off x="7333488" y="439826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택1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eonmyeong Night">
  <a:themeElements>
    <a:clrScheme name="Cheonmyeong Night">
      <a:dk1>
        <a:srgbClr val="1B2030"/>
      </a:dk1>
      <a:lt1>
        <a:srgbClr val="FFFFFF"/>
      </a:lt1>
      <a:dk2>
        <a:srgbClr val="0E1A33"/>
      </a:dk2>
      <a:lt2>
        <a:srgbClr val="EDF0F5"/>
      </a:lt2>
      <a:accent1>
        <a:srgbClr val="B3262E"/>
      </a:accent1>
      <a:accent2>
        <a:srgbClr val="D9A441"/>
      </a:accent2>
      <a:accent3>
        <a:srgbClr val="3E6FB0"/>
      </a:accent3>
      <a:accent4>
        <a:srgbClr val="4F8A66"/>
      </a:accent4>
      <a:accent5>
        <a:srgbClr val="7C869B"/>
      </a:accent5>
      <a:accent6>
        <a:srgbClr val="E9DEC0"/>
      </a:accent6>
      <a:hlink>
        <a:srgbClr val="3E6FB0"/>
      </a:hlink>
      <a:folHlink>
        <a:srgbClr val="7C869B"/>
      </a:folHlink>
    </a:clrScheme>
    <a:fontScheme name="Cheonmyeong Night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천명 캐릭터 스킬 트리</dc:title>
  <dc:subject>PptxGenJS Presentation</dc:subject>
  <dc:creator>PptxGenJS</dc:creator>
  <cp:lastModifiedBy>PptxGenJS</cp:lastModifiedBy>
  <cp:revision>1</cp:revision>
  <dcterms:created xsi:type="dcterms:W3CDTF">2026-10-12T18:05:46Z</dcterms:created>
  <dcterms:modified xsi:type="dcterms:W3CDTF">2026-10-12T18:05:46Z</dcterms:modified>
</cp:coreProperties>
</file>